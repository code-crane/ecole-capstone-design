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314" r:id="rId10"/>
    <p:sldId id="409" r:id="rId11"/>
    <p:sldId id="394" r:id="rId12"/>
    <p:sldId id="403" r:id="rId13"/>
    <p:sldId id="410" r:id="rId14"/>
    <p:sldId id="404" r:id="rId15"/>
    <p:sldId id="405" r:id="rId16"/>
    <p:sldId id="411" r:id="rId17"/>
    <p:sldId id="406" r:id="rId18"/>
    <p:sldId id="412" r:id="rId19"/>
    <p:sldId id="401" r:id="rId20"/>
    <p:sldId id="402" r:id="rId21"/>
    <p:sldId id="399" r:id="rId22"/>
    <p:sldId id="413" r:id="rId23"/>
    <p:sldId id="400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88D77C2-1145-4BDA-BEEF-6B50CDAEF4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CBF983-63B1-4880-BE4A-5A9776555E6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09F50-4EFB-4A46-BC39-DE1282B5B314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72B4E94-2E9A-4B7A-89E9-7599B994E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47B804F-E57E-4361-A51C-89254FC1E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37FD7B-C37C-4FC5-8158-6687264242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8DCFB8-0779-401C-B7FF-EBE4BB268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47691-09A1-40B1-A234-D52BD6AD08F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AC31D-70EC-4C0B-B92A-7166BD281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047264-86BB-46A3-B7FE-F8179DDD6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13852-5542-48D5-A948-CE03B76FD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82483-3C52-4E8A-AE40-DD211E16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1CF73A-D6AE-4765-81A5-02BFF1184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59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49C4F-224E-4FA2-B76B-5B32ABD9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60EF68-28E3-45DA-8782-DBCBA03DF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51202E-9A54-41E5-A61E-BBE33E24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7FCF4-5C5B-431F-845C-627780C95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246E54-4BD8-4585-9A99-A697DC6A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91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93DD04-D634-4C94-8CA7-581151CB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AA2D8-1E67-40FD-A55D-F179EBB90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5FAEC-DDDA-4BA9-B296-59C29A60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1C3597-98CE-4A69-B888-D3C85800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F99BAB-2EE2-43F8-8F9A-1A17BEEC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F50A70-92CD-4602-9983-26D72425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B59811-83F7-4D3E-8DE3-554EED1C2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4E5886-5DDA-482F-A254-DA22A91C0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4BE9E4-DE65-4EF2-AA70-114D3DE6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83D010-745C-4C0F-ADF9-FA175371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DD4DEE-B817-4344-BD82-B699DD85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3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51BBF-C6D9-4773-AF60-DE9486CC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86BDC6-DE07-4F84-B056-9B7A545C5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750ED6-9E50-48E9-A283-D6959D0D8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AD0279-139D-4823-A608-8F20389A6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9D5FB1-3523-46C2-9CB9-3BA20A72B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B54F65C-5020-43DF-B84B-A9909FE0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0C32D-1B2D-4BC4-AC51-3182B972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3C9B1A-997F-4249-8D42-A1B10A5B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28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976B01-5DA9-4A5E-9912-CB6D974B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E7877B-E140-4FD1-A781-5CB4441E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90056B-9162-47C2-BB44-73B5DAE97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E1CEDA-811E-4B04-9F62-A159F534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43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A15A41-BBCD-4E62-93E5-21A02F10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4B5C4A-C401-4F5E-9708-5CE1C91F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1402F-C821-4C63-AC90-3EF26EE4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86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FBC9D-6BED-4421-AB20-35E77F54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B46E1-B0E2-4EF2-892E-40FFC151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9ED8AC-DC37-404A-BD53-FE4AF8406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FC168E-0619-474F-B94F-B519A231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AE461B-ADF8-4F1F-9652-AAE43A5C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4FEC81-1717-47CA-9DC4-8A72A553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14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9DC71-C02F-42AD-A22B-DEF6BB13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803B95-3C42-48A3-A818-F3F4E828C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C4C2E3-29CF-4421-82EF-8DEB7C4E9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EE72C4-96D7-4D33-AA36-9FD873586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DC812-23E6-4024-91B2-58F750D0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8C178A-11E8-41F7-9947-81D487DE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26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AFDB3-FBBA-4E52-A3E3-5C3A9821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B5A6AC-CD61-4E50-A490-57A9431D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FFE4A-7BF4-4223-9F8E-D16B70C8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038F0-42CB-4F9C-97B0-2C954FD2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07EB5F-4207-47BA-83AF-ED3B06AF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07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F474CE-5DA8-4826-BF41-56744FACD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DA5AC6-ED33-497D-AE11-53FE183FF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57DC04-0657-45C2-AD6B-5D832607C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0C818-A9F9-46B1-822A-240EE10A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2FEB6-7536-4605-8A52-B66D9768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88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4F1EB-2161-4E4D-B9AD-C6EB652D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A7FC6-FB14-4D1C-83C2-8B748C39C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5F671-B551-4BA5-9876-EE79AB908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E890D-DC05-452B-B421-BF3A184B7A5A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20E30D-C989-404D-B423-E20F9DAA2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9BAD85-868F-46C6-8184-C6F04E715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2A59F-500B-425E-A227-A8C02213C5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0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5B3B397-7067-47A3-BBEE-9CAF1930E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4408" y="3877004"/>
            <a:ext cx="1542855" cy="21763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7EE102-CEB3-49FD-AFC2-E693C53A37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40" y="3589023"/>
            <a:ext cx="3659835" cy="3659835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9177D0B-5FE6-4A44-A26F-70916CF161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6567" y="3125576"/>
            <a:ext cx="821654" cy="1502855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9879B834-4763-463B-B2A9-769262B09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408" y="1676273"/>
            <a:ext cx="9144000" cy="828492"/>
          </a:xfrm>
        </p:spPr>
        <p:txBody>
          <a:bodyPr>
            <a:normAutofit/>
          </a:bodyPr>
          <a:lstStyle/>
          <a:p>
            <a:r>
              <a:rPr lang="ko-KR" altLang="en-US" sz="4400" dirty="0"/>
              <a:t>백준 문제 리뷰 </a:t>
            </a:r>
            <a:r>
              <a:rPr lang="en-US" altLang="ko-KR" sz="4400" dirty="0"/>
              <a:t>&amp; </a:t>
            </a:r>
            <a:r>
              <a:rPr lang="ko-KR" altLang="en-US" sz="4400" dirty="0"/>
              <a:t>언어별 구현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4639A-BCD3-4B90-80CC-886D6ADFF037}"/>
              </a:ext>
            </a:extLst>
          </p:cNvPr>
          <p:cNvSpPr txBox="1"/>
          <p:nvPr/>
        </p:nvSpPr>
        <p:spPr>
          <a:xfrm>
            <a:off x="460408" y="3125576"/>
            <a:ext cx="234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에꼴캡스톤디자인</a:t>
            </a:r>
            <a:endParaRPr lang="en-US" altLang="ko-KR" dirty="0"/>
          </a:p>
          <a:p>
            <a:r>
              <a:rPr lang="ko-KR" altLang="en-US" dirty="0"/>
              <a:t>컴퓨터공학과 김민성</a:t>
            </a:r>
            <a:endParaRPr lang="en-US" altLang="ko-KR" dirty="0"/>
          </a:p>
          <a:p>
            <a:r>
              <a:rPr lang="en-US" altLang="ko-KR" dirty="0"/>
              <a:t>2019748004</a:t>
            </a:r>
            <a:endParaRPr lang="ko-KR" alt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9EC8F78-E268-47CD-ABA4-4E574DFE796E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237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F02584-C41B-4E80-B72A-B574D927A46E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77EB2A-5756-4149-A5C8-CCCDE1B3BD49}"/>
              </a:ext>
            </a:extLst>
          </p:cNvPr>
          <p:cNvSpPr txBox="1"/>
          <p:nvPr/>
        </p:nvSpPr>
        <p:spPr>
          <a:xfrm>
            <a:off x="-9182" y="535961"/>
            <a:ext cx="60996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벡터</a:t>
            </a:r>
            <a:r>
              <a:rPr lang="ko-KR" altLang="en-US" sz="24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２</a:t>
            </a:r>
            <a:r>
              <a:rPr lang="ko-KR" altLang="en-US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차원의 두 </a:t>
            </a:r>
            <a:r>
              <a:rPr kumimoji="0" lang="ko-KR" altLang="en-US" sz="18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선분의 교차 확인하기</a:t>
            </a:r>
            <a:endParaRPr kumimoji="0" lang="en-US" altLang="ko-KR" sz="24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D163DD-851D-487C-9A76-A31FD8D7D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26" y="1324909"/>
            <a:ext cx="10260501" cy="509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7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D16D073A-C40B-401E-A386-05D114D75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" y="340626"/>
            <a:ext cx="12060000" cy="61767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A6DC065-010A-4D9E-B337-A8E02ADD5EDB}"/>
              </a:ext>
            </a:extLst>
          </p:cNvPr>
          <p:cNvSpPr/>
          <p:nvPr/>
        </p:nvSpPr>
        <p:spPr>
          <a:xfrm>
            <a:off x="4247147" y="547437"/>
            <a:ext cx="7730290" cy="5969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32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681534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47BDF9B-0C5C-4D89-A7CB-96C9CA8BA1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13"/>
          <a:stretch/>
        </p:blipFill>
        <p:spPr>
          <a:xfrm>
            <a:off x="4787335" y="1666371"/>
            <a:ext cx="7922368" cy="5101384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05188C-AACD-4813-BCFA-393D6AD1BBDF}"/>
              </a:ext>
            </a:extLst>
          </p:cNvPr>
          <p:cNvGrpSpPr/>
          <p:nvPr/>
        </p:nvGrpSpPr>
        <p:grpSpPr>
          <a:xfrm>
            <a:off x="-391025" y="114298"/>
            <a:ext cx="6154828" cy="6110032"/>
            <a:chOff x="-391025" y="114298"/>
            <a:chExt cx="6154828" cy="61100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E694288-B571-48C7-931F-567A78AE2E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815"/>
            <a:stretch/>
          </p:blipFill>
          <p:spPr>
            <a:xfrm>
              <a:off x="-391025" y="114298"/>
              <a:ext cx="6154828" cy="611003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B1094BF-C3A4-4A1A-B3C0-A016937329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394" t="5623" r="13434" b="86185"/>
            <a:stretch/>
          </p:blipFill>
          <p:spPr>
            <a:xfrm>
              <a:off x="1450144" y="2382249"/>
              <a:ext cx="2472489" cy="818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55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681534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DA52DA3-09A3-4ABF-A112-587F8CF64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885" y="899738"/>
            <a:ext cx="3114746" cy="28507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64EFE7-D5BB-4838-BB71-BDA87B9A3E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51" b="2410"/>
          <a:stretch/>
        </p:blipFill>
        <p:spPr>
          <a:xfrm>
            <a:off x="4080729" y="899738"/>
            <a:ext cx="3145610" cy="28507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3CA4E92-92C2-40A4-B07D-F2CA52C8F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437" y="1973181"/>
            <a:ext cx="3537094" cy="703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7A7595-9BF3-43DE-8F03-C464E26A8245}"/>
              </a:ext>
            </a:extLst>
          </p:cNvPr>
          <p:cNvSpPr txBox="1"/>
          <p:nvPr/>
        </p:nvSpPr>
        <p:spPr>
          <a:xfrm>
            <a:off x="1852864" y="3924275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Val &gt;0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24F45F-3692-4BFD-8322-BE012DA843E6}"/>
              </a:ext>
            </a:extLst>
          </p:cNvPr>
          <p:cNvSpPr txBox="1"/>
          <p:nvPr/>
        </p:nvSpPr>
        <p:spPr>
          <a:xfrm>
            <a:off x="5143500" y="3924275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Val &lt;0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1E140-37CA-400D-8CF1-28902B800FEC}"/>
              </a:ext>
            </a:extLst>
          </p:cNvPr>
          <p:cNvSpPr txBox="1"/>
          <p:nvPr/>
        </p:nvSpPr>
        <p:spPr>
          <a:xfrm>
            <a:off x="8750969" y="3996256"/>
            <a:ext cx="1588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Val = 0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CAE553-7365-4ACA-8F8F-4A884444E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85" y="4365588"/>
            <a:ext cx="2463927" cy="213371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E80E380-1344-4DFF-894C-CC0C75A7B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190" y="4970019"/>
            <a:ext cx="4515082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7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681534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A8EA1A1-E36C-4979-822C-093B28D8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59" y="447093"/>
            <a:ext cx="11943919" cy="54664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06B2F9F-B572-4FAD-B643-E7767CB38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62" t="51101" r="16655" b="24797"/>
          <a:stretch/>
        </p:blipFill>
        <p:spPr>
          <a:xfrm>
            <a:off x="7898731" y="3290643"/>
            <a:ext cx="3820027" cy="131745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96E0648-D396-4168-BB64-A70D582D0632}"/>
              </a:ext>
            </a:extLst>
          </p:cNvPr>
          <p:cNvSpPr/>
          <p:nvPr/>
        </p:nvSpPr>
        <p:spPr>
          <a:xfrm>
            <a:off x="330868" y="5769142"/>
            <a:ext cx="11790948" cy="517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02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681534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7682373-FA55-4625-8141-4E06B2DB9E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10"/>
          <a:stretch/>
        </p:blipFill>
        <p:spPr>
          <a:xfrm>
            <a:off x="64168" y="926432"/>
            <a:ext cx="5911516" cy="36154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F82E773-9A67-43D5-81E7-DF500E48D6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89"/>
          <a:stretch/>
        </p:blipFill>
        <p:spPr>
          <a:xfrm>
            <a:off x="5895474" y="314656"/>
            <a:ext cx="5911516" cy="654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631349-ADC8-4D6F-B1C3-2EEE4B172C6E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06A091-A10F-484D-9CAE-FB65D2FAB255}"/>
              </a:ext>
            </a:extLst>
          </p:cNvPr>
          <p:cNvCxnSpPr/>
          <p:nvPr/>
        </p:nvCxnSpPr>
        <p:spPr>
          <a:xfrm>
            <a:off x="144378" y="6681534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681DC71F-7127-46C0-83FB-5DF79EB652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45"/>
          <a:stretch/>
        </p:blipFill>
        <p:spPr>
          <a:xfrm>
            <a:off x="-84220" y="1335506"/>
            <a:ext cx="6767763" cy="309813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184AA1-1138-49FF-B94E-5AE7E96E73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55"/>
          <a:stretch/>
        </p:blipFill>
        <p:spPr>
          <a:xfrm>
            <a:off x="5791545" y="258679"/>
            <a:ext cx="6767763" cy="70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20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타임머신으로 빨리 가기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AD6E5E-40F9-4013-9614-688B05BD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54311"/>
            <a:ext cx="9078592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3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F01D49-5591-4CC7-A6E3-48A9850C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72001"/>
            <a:ext cx="9069066" cy="4620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FEB05-C2EB-4EAB-A4D3-CCF5FB8D352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타임머신으로 빨리 가기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697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EB467-644F-4858-82D0-4B066BD4A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0"/>
            <a:ext cx="68794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5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0F979F-B2A8-4200-A683-0190B4AB3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36550"/>
            <a:ext cx="9040487" cy="45726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67119F-83EA-4770-A7C9-073BB989A0B6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가장 빠른 버스 노선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21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439DD9-9AC3-4BD5-B3DA-94FA98A96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81527"/>
            <a:ext cx="7297168" cy="48012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F670ED-C193-451B-AD34-5F40AEFAD47B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가장 빠른 버스 노선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6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4A2A77D-B476-446B-ABA1-A048805DF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0"/>
            <a:ext cx="7910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2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 신장 트리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56722C-C7D2-43BC-83B5-A62BED0CB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17684"/>
            <a:ext cx="9050013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8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CF512E-DD4F-44EC-8A60-1975BC1DF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17498"/>
            <a:ext cx="9040487" cy="46107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063D1C-C5E8-4B14-BDD2-ECFC5670DF41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그래프의 표현 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 신장 트리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228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F449B6-7940-4C30-9D22-21DE1E39B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-76200"/>
            <a:ext cx="5033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70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부모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44F3F5-10B2-4E37-9DE4-40899FF5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68600"/>
            <a:ext cx="903096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1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pc="-150" dirty="0">
                <a:solidFill>
                  <a:srgbClr val="224D60">
                    <a:lumMod val="5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부모 찾기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6D89A3-DEA9-4CD1-95D2-F719E1F2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547550"/>
            <a:ext cx="6935168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6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08C5C9-130E-4F13-A5B5-FFAF351AD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222" y="0"/>
            <a:ext cx="5046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9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트리에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리프 노드의 개수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DC5E97-8497-461E-A226-BA9F91FC2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73363"/>
            <a:ext cx="9040487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AD2FE8F-33AA-4080-B111-11DA91D394A5}"/>
              </a:ext>
            </a:extLst>
          </p:cNvPr>
          <p:cNvSpPr txBox="1"/>
          <p:nvPr/>
        </p:nvSpPr>
        <p:spPr>
          <a:xfrm flipH="1">
            <a:off x="452256" y="486035"/>
            <a:ext cx="639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트리의 대해 알기</a:t>
            </a: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kumimoji="0" lang="ko-KR" altLang="en-US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리프 노드의 개수 구하기</a:t>
            </a:r>
            <a:r>
              <a:rPr kumimoji="0" lang="en-US" altLang="ko-KR" sz="2000" b="1" i="0" u="none" strike="noStrike" kern="1200" cap="none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en-US" altLang="ko-KR" sz="2800" b="1" i="0" u="none" strike="noStrike" kern="1200" cap="none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C2CBAF4-7FDD-4082-BA62-69AB13449774}"/>
              </a:ext>
            </a:extLst>
          </p:cNvPr>
          <p:cNvCxnSpPr/>
          <p:nvPr/>
        </p:nvCxnSpPr>
        <p:spPr>
          <a:xfrm>
            <a:off x="-9182" y="1062941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B47B4D7E-A3C8-4F5B-9BC2-1E54C4D63B5B}"/>
              </a:ext>
            </a:extLst>
          </p:cNvPr>
          <p:cNvSpPr/>
          <p:nvPr/>
        </p:nvSpPr>
        <p:spPr>
          <a:xfrm>
            <a:off x="9822230" y="6182797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B546F8-118E-4563-86AB-65FABE07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56" y="1334955"/>
            <a:ext cx="905953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6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73"/>
    </mc:Choice>
    <mc:Fallback xmlns="">
      <p:transition spd="slow" advTm="817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752DD-1B06-481A-847E-85A55610653A}"/>
              </a:ext>
            </a:extLst>
          </p:cNvPr>
          <p:cNvSpPr/>
          <p:nvPr/>
        </p:nvSpPr>
        <p:spPr>
          <a:xfrm>
            <a:off x="9767730" y="6057809"/>
            <a:ext cx="2369770" cy="623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B83CEF-BAFB-4395-B161-138BCCA667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58" y="0"/>
            <a:ext cx="4073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83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8"/>
    </mc:Choice>
    <mc:Fallback xmlns="">
      <p:transition spd="slow" advTm="1578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101</Words>
  <Application>Microsoft Office PowerPoint</Application>
  <PresentationFormat>와이드스크린</PresentationFormat>
  <Paragraphs>18</Paragraphs>
  <Slides>23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Noto Sans KR</vt:lpstr>
      <vt:lpstr>맑은 고딕</vt:lpstr>
      <vt:lpstr>Arial</vt:lpstr>
      <vt:lpstr>Office 테마</vt:lpstr>
      <vt:lpstr>백준 문제 리뷰 &amp; 언어별 구현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백준 문제 리뷰 &amp; 언어별 구현 비교</dc:title>
  <dc:creator>Crane Code</dc:creator>
  <cp:lastModifiedBy>Crane Code</cp:lastModifiedBy>
  <cp:revision>40</cp:revision>
  <dcterms:created xsi:type="dcterms:W3CDTF">2025-11-21T16:26:14Z</dcterms:created>
  <dcterms:modified xsi:type="dcterms:W3CDTF">2025-12-18T06:56:28Z</dcterms:modified>
</cp:coreProperties>
</file>