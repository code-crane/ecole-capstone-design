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1" r:id="rId2"/>
    <p:sldId id="272" r:id="rId3"/>
    <p:sldId id="314" r:id="rId4"/>
    <p:sldId id="409" r:id="rId5"/>
    <p:sldId id="394" r:id="rId6"/>
    <p:sldId id="403" r:id="rId7"/>
    <p:sldId id="410" r:id="rId8"/>
    <p:sldId id="404" r:id="rId9"/>
    <p:sldId id="405" r:id="rId10"/>
    <p:sldId id="411" r:id="rId11"/>
    <p:sldId id="406" r:id="rId12"/>
    <p:sldId id="412" r:id="rId13"/>
    <p:sldId id="401" r:id="rId14"/>
    <p:sldId id="402" r:id="rId15"/>
    <p:sldId id="399" r:id="rId16"/>
    <p:sldId id="413" r:id="rId17"/>
    <p:sldId id="400" r:id="rId18"/>
    <p:sldId id="416" r:id="rId19"/>
    <p:sldId id="395" r:id="rId20"/>
    <p:sldId id="417" r:id="rId21"/>
    <p:sldId id="396" r:id="rId22"/>
    <p:sldId id="407" r:id="rId23"/>
    <p:sldId id="408" r:id="rId24"/>
    <p:sldId id="397" r:id="rId25"/>
    <p:sldId id="414" r:id="rId26"/>
    <p:sldId id="415" r:id="rId27"/>
    <p:sldId id="39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8EA0"/>
    <a:srgbClr val="6C899B"/>
    <a:srgbClr val="F3F9FB"/>
    <a:srgbClr val="F9FCFD"/>
    <a:srgbClr val="23B0C3"/>
    <a:srgbClr val="146772"/>
    <a:srgbClr val="95E2EC"/>
    <a:srgbClr val="D0C6E9"/>
    <a:srgbClr val="FAD6DD"/>
    <a:srgbClr val="FFF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6" y="36"/>
      </p:cViewPr>
      <p:guideLst>
        <p:guide orient="horz" pos="2636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484C1-3233-45B0-BF2E-81903A21C200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21E56-2B32-4447-A01C-8A25B9EEBF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0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660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06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641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761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4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01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623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8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898477"/>
            <a:ext cx="4328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에꼴캡스톤디자인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컴퓨터공학과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김민성 </a:t>
            </a:r>
            <a:r>
              <a:rPr lang="en-US" altLang="ko-KR" sz="1400" dirty="0">
                <a:solidFill>
                  <a:schemeClr val="bg1"/>
                </a:solidFill>
              </a:rPr>
              <a:t>2019748004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8E751F-6C58-4C8E-A928-8AF61C344088}"/>
              </a:ext>
            </a:extLst>
          </p:cNvPr>
          <p:cNvSpPr txBox="1"/>
          <p:nvPr/>
        </p:nvSpPr>
        <p:spPr>
          <a:xfrm>
            <a:off x="473948" y="991515"/>
            <a:ext cx="539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150" dirty="0">
                <a:solidFill>
                  <a:schemeClr val="bg1"/>
                </a:solidFill>
                <a:latin typeface="+mj-ea"/>
                <a:ea typeface="+mj-ea"/>
              </a:rPr>
              <a:t>백준 알고리즘 문제 리뷰 및</a:t>
            </a:r>
            <a:endParaRPr lang="en-US" altLang="ko-KR" sz="3600" spc="-15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3600" spc="-150" dirty="0">
                <a:solidFill>
                  <a:schemeClr val="bg1"/>
                </a:solidFill>
                <a:latin typeface="+mj-ea"/>
                <a:ea typeface="+mj-ea"/>
              </a:rPr>
              <a:t>언어별 구현비교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2FFFE8-41F5-4241-9FC2-D82AB1CE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40" y="3589023"/>
            <a:ext cx="3659835" cy="365983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A3314BED-0C3E-4713-B9F1-C1001ADDD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6567" y="3125576"/>
            <a:ext cx="821654" cy="150285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0016F010-0629-458B-8375-239BCFFFBA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4408" y="3877004"/>
            <a:ext cx="1542855" cy="21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7"/>
    </mc:Choice>
    <mc:Fallback xmlns="">
      <p:transition spd="slow" advTm="16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769855EB-3543-4725-8666-D5CA5808B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4" t="249" r="22437" b="10418"/>
          <a:stretch/>
        </p:blipFill>
        <p:spPr>
          <a:xfrm>
            <a:off x="7081829" y="-1"/>
            <a:ext cx="5303797" cy="6858001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047079" y="554696"/>
            <a:ext cx="1483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/>
                </a:solidFill>
                <a:latin typeface="+mj-ea"/>
                <a:ea typeface="+mj-ea"/>
              </a:rPr>
              <a:t>목 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713084" y="1535906"/>
            <a:ext cx="314510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1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753120" y="3505362"/>
            <a:ext cx="314510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2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495410" y="792690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983E19-888E-4E12-B693-FA01B5F1E2F2}"/>
              </a:ext>
            </a:extLst>
          </p:cNvPr>
          <p:cNvSpPr txBox="1"/>
          <p:nvPr/>
        </p:nvSpPr>
        <p:spPr>
          <a:xfrm>
            <a:off x="1047332" y="1484101"/>
            <a:ext cx="2196435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그래프의 표현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274925-3498-44FB-AA73-494CD4B8A53F}"/>
              </a:ext>
            </a:extLst>
          </p:cNvPr>
          <p:cNvSpPr txBox="1"/>
          <p:nvPr/>
        </p:nvSpPr>
        <p:spPr>
          <a:xfrm>
            <a:off x="1064811" y="3472270"/>
            <a:ext cx="2605200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트리에 대해 알기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6EB0E7-A1C7-4A1B-871E-AC9A60A0089B}"/>
              </a:ext>
            </a:extLst>
          </p:cNvPr>
          <p:cNvSpPr txBox="1"/>
          <p:nvPr/>
        </p:nvSpPr>
        <p:spPr>
          <a:xfrm>
            <a:off x="1050502" y="2305422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1-2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435D1-2A5B-4DF7-9DEC-3D89E84EB9E6}"/>
              </a:ext>
            </a:extLst>
          </p:cNvPr>
          <p:cNvSpPr txBox="1"/>
          <p:nvPr/>
        </p:nvSpPr>
        <p:spPr>
          <a:xfrm>
            <a:off x="1406114" y="2315911"/>
            <a:ext cx="231986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가장 빠른 버스 노선 구하기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B09BBF-BF0C-457F-B8C8-B8DEFF34FB2A}"/>
              </a:ext>
            </a:extLst>
          </p:cNvPr>
          <p:cNvSpPr txBox="1"/>
          <p:nvPr/>
        </p:nvSpPr>
        <p:spPr>
          <a:xfrm>
            <a:off x="1050502" y="2005723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688EE0-CD5C-4E7C-B219-1E9915FE306D}"/>
              </a:ext>
            </a:extLst>
          </p:cNvPr>
          <p:cNvSpPr txBox="1"/>
          <p:nvPr/>
        </p:nvSpPr>
        <p:spPr>
          <a:xfrm>
            <a:off x="1412377" y="2016212"/>
            <a:ext cx="206017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타임머신으로 빨리 가기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0240C9-D522-46D9-BB1D-F1EB8E442732}"/>
              </a:ext>
            </a:extLst>
          </p:cNvPr>
          <p:cNvSpPr txBox="1"/>
          <p:nvPr/>
        </p:nvSpPr>
        <p:spPr>
          <a:xfrm>
            <a:off x="1116800" y="4288898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2-2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1D003-78AB-4EF5-93DF-C6790B5CA1BE}"/>
              </a:ext>
            </a:extLst>
          </p:cNvPr>
          <p:cNvSpPr txBox="1"/>
          <p:nvPr/>
        </p:nvSpPr>
        <p:spPr>
          <a:xfrm>
            <a:off x="1472412" y="4299387"/>
            <a:ext cx="130195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게임 개발하기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AA2D56-AD1A-4D84-A075-F6E0E1994B5C}"/>
              </a:ext>
            </a:extLst>
          </p:cNvPr>
          <p:cNvSpPr txBox="1"/>
          <p:nvPr/>
        </p:nvSpPr>
        <p:spPr>
          <a:xfrm>
            <a:off x="1116800" y="4006133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A2E2A-6C50-4A23-8EAC-BE616F430C8A}"/>
              </a:ext>
            </a:extLst>
          </p:cNvPr>
          <p:cNvSpPr txBox="1"/>
          <p:nvPr/>
        </p:nvSpPr>
        <p:spPr>
          <a:xfrm>
            <a:off x="1472412" y="4016622"/>
            <a:ext cx="942887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줄 세우기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C5CEB5-01F5-454C-9FB5-0F9D968F0BB5}"/>
              </a:ext>
            </a:extLst>
          </p:cNvPr>
          <p:cNvSpPr txBox="1"/>
          <p:nvPr/>
        </p:nvSpPr>
        <p:spPr>
          <a:xfrm>
            <a:off x="1113377" y="4856932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2-4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A32821-B49C-4E7C-99F3-DA6E3A664171}"/>
              </a:ext>
            </a:extLst>
          </p:cNvPr>
          <p:cNvSpPr txBox="1"/>
          <p:nvPr/>
        </p:nvSpPr>
        <p:spPr>
          <a:xfrm>
            <a:off x="1468989" y="4867421"/>
            <a:ext cx="183415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  <a:latin typeface="+mn-ea"/>
              </a:rPr>
              <a:t>K</a:t>
            </a:r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번째 최단 경로 찾기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B2F00F-B44A-4D16-A8D0-D08A67E25DFC}"/>
              </a:ext>
            </a:extLst>
          </p:cNvPr>
          <p:cNvSpPr txBox="1"/>
          <p:nvPr/>
        </p:nvSpPr>
        <p:spPr>
          <a:xfrm>
            <a:off x="1113377" y="4574167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2-3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B0F76A-A2E7-4D81-997D-AE4E60CEB4F6}"/>
              </a:ext>
            </a:extLst>
          </p:cNvPr>
          <p:cNvSpPr txBox="1"/>
          <p:nvPr/>
        </p:nvSpPr>
        <p:spPr>
          <a:xfrm>
            <a:off x="1468989" y="4584656"/>
            <a:ext cx="156164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최단 경로 구하기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5683F-7CED-4174-A378-9CD68F4AF154}"/>
              </a:ext>
            </a:extLst>
          </p:cNvPr>
          <p:cNvSpPr txBox="1"/>
          <p:nvPr/>
        </p:nvSpPr>
        <p:spPr>
          <a:xfrm>
            <a:off x="1064966" y="2614886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1-3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D08E44-2D23-4A57-94C2-E540B425AF87}"/>
              </a:ext>
            </a:extLst>
          </p:cNvPr>
          <p:cNvSpPr txBox="1"/>
          <p:nvPr/>
        </p:nvSpPr>
        <p:spPr>
          <a:xfrm>
            <a:off x="1420578" y="2625375"/>
            <a:ext cx="192071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최소 신장 트리 구하기</a:t>
            </a:r>
          </a:p>
        </p:txBody>
      </p: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5"/>
    </mc:Choice>
    <mc:Fallback xmlns="">
      <p:transition spd="slow" advTm="270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타임머신으로 빨리 가기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AD6E5E-40F9-4013-9614-688B05BD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54311"/>
            <a:ext cx="9078592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3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F01D49-5591-4CC7-A6E3-48A9850C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72001"/>
            <a:ext cx="9069066" cy="4620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FEB05-C2EB-4EAB-A4D3-CCF5FB8D352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타임머신으로 빨리 가기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697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B467-644F-4858-82D0-4B066BD4A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0"/>
            <a:ext cx="6879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5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0F979F-B2A8-4200-A683-0190B4AB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36550"/>
            <a:ext cx="9040487" cy="4572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67119F-83EA-4770-A7C9-073BB989A0B6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가장 빠른 버스 노선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21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439DD9-9AC3-4BD5-B3DA-94FA98A96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81527"/>
            <a:ext cx="7297168" cy="4801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670ED-C193-451B-AD34-5F40AEFAD47B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가장 빠른 버스 노선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6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2A77D-B476-446B-ABA1-A048805DF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0"/>
            <a:ext cx="791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 신장 트리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56722C-C7D2-43BC-83B5-A62BED0C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17684"/>
            <a:ext cx="9050013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8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CF512E-DD4F-44EC-8A60-1975BC1DF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17498"/>
            <a:ext cx="9040487" cy="4610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063D1C-C5E8-4B14-BDD2-ECFC5670DF41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 신장 트리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22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F449B6-7940-4C30-9D22-21DE1E39B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-76200"/>
            <a:ext cx="5033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0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부모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44F3F5-10B2-4E37-9DE4-40899FF5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68600"/>
            <a:ext cx="903096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부모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6D89A3-DEA9-4CD1-95D2-F719E1F2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547550"/>
            <a:ext cx="6935168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6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08C5C9-130E-4F13-A5B5-FFAF351AD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222" y="0"/>
            <a:ext cx="5046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9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리프 노드의 개수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DC5E97-8497-461E-A226-BA9F91FC2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73363"/>
            <a:ext cx="9040487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리프 노드의 개수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B546F8-118E-4563-86AB-65FABE07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34955"/>
            <a:ext cx="905953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6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B83CEF-BAFB-4395-B161-138BCCA6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8" y="0"/>
            <a:ext cx="4073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8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898477"/>
            <a:ext cx="4328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에꼴캡스톤디자인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컴퓨터공학과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김민성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2019748004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8E751F-6C58-4C8E-A928-8AF61C344088}"/>
              </a:ext>
            </a:extLst>
          </p:cNvPr>
          <p:cNvSpPr txBox="1"/>
          <p:nvPr/>
        </p:nvSpPr>
        <p:spPr>
          <a:xfrm>
            <a:off x="473948" y="991515"/>
            <a:ext cx="539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lack"/>
                <a:ea typeface="+mj-ea"/>
                <a:cs typeface="+mn-cs"/>
              </a:rPr>
              <a:t>백준 알고리즘 문제 리뷰 및</a:t>
            </a:r>
            <a:endParaRPr kumimoji="0" lang="en-US" altLang="ko-KR" sz="36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Black"/>
              <a:ea typeface="+mj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lack"/>
                <a:ea typeface="+mj-ea"/>
                <a:cs typeface="+mn-cs"/>
              </a:rPr>
              <a:t>언어별 구현비교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2FFFE8-41F5-4241-9FC2-D82AB1CE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40" y="3589023"/>
            <a:ext cx="3659835" cy="365983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A3314BED-0C3E-4713-B9F1-C1001ADDD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6567" y="3125576"/>
            <a:ext cx="821654" cy="150285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0016F010-0629-458B-8375-239BCFFFBA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4408" y="3877004"/>
            <a:ext cx="1542855" cy="21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9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7"/>
    </mc:Choice>
    <mc:Fallback xmlns="">
      <p:transition spd="slow" advTm="164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해쉬 테이블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문자열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CA9948-76D5-41EC-BDB1-AB31C30E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20" y="1271876"/>
            <a:ext cx="8347115" cy="422655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428358C-2738-4EDC-BEC8-30ECD4368194}"/>
              </a:ext>
            </a:extLst>
          </p:cNvPr>
          <p:cNvSpPr/>
          <p:nvPr/>
        </p:nvSpPr>
        <p:spPr>
          <a:xfrm>
            <a:off x="583950" y="2304047"/>
            <a:ext cx="144379" cy="18047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9ACAC0-5B9F-4416-AA1A-53AB17D8A744}"/>
              </a:ext>
            </a:extLst>
          </p:cNvPr>
          <p:cNvCxnSpPr>
            <a:cxnSpLocks/>
          </p:cNvCxnSpPr>
          <p:nvPr/>
        </p:nvCxnSpPr>
        <p:spPr>
          <a:xfrm>
            <a:off x="4146696" y="2477433"/>
            <a:ext cx="269623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CBA089-191D-4AAC-AC7F-9A8E6904E319}"/>
              </a:ext>
            </a:extLst>
          </p:cNvPr>
          <p:cNvCxnSpPr>
            <a:cxnSpLocks/>
          </p:cNvCxnSpPr>
          <p:nvPr/>
        </p:nvCxnSpPr>
        <p:spPr>
          <a:xfrm>
            <a:off x="452256" y="2799166"/>
            <a:ext cx="269623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61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07407E-6 L 0.14583 -0.0009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해쉬 테이블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문자열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BBD33E-2BA1-4DD1-8D4E-36587E74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918" y="1253070"/>
            <a:ext cx="6986164" cy="5118895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9D4462D-3B63-4E2E-A8FC-68F09A464AE6}"/>
              </a:ext>
            </a:extLst>
          </p:cNvPr>
          <p:cNvCxnSpPr>
            <a:cxnSpLocks/>
          </p:cNvCxnSpPr>
          <p:nvPr/>
        </p:nvCxnSpPr>
        <p:spPr>
          <a:xfrm>
            <a:off x="2741230" y="3366434"/>
            <a:ext cx="269623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5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21C0CE8-21E3-480F-84AE-E3FC72D0B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9437" y="88234"/>
            <a:ext cx="8513284" cy="6681532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FD23528B-0C86-426D-A379-8C1FB595A0BB}"/>
              </a:ext>
            </a:extLst>
          </p:cNvPr>
          <p:cNvGrpSpPr/>
          <p:nvPr/>
        </p:nvGrpSpPr>
        <p:grpSpPr>
          <a:xfrm>
            <a:off x="6911572" y="1994491"/>
            <a:ext cx="5136862" cy="2869018"/>
            <a:chOff x="6911572" y="1994491"/>
            <a:chExt cx="5136862" cy="2869018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F98025A-BE61-45B8-A10E-0F4CA0A45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1572" y="1994491"/>
              <a:ext cx="5136862" cy="2869018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4560D3A-1DC1-4B6A-9032-3400DABAFB4A}"/>
                </a:ext>
              </a:extLst>
            </p:cNvPr>
            <p:cNvGrpSpPr/>
            <p:nvPr/>
          </p:nvGrpSpPr>
          <p:grpSpPr>
            <a:xfrm>
              <a:off x="9849203" y="2595559"/>
              <a:ext cx="1714147" cy="1646241"/>
              <a:chOff x="9849203" y="2595559"/>
              <a:chExt cx="1714147" cy="1646241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9A737818-6C8B-41F3-916F-0BA941321F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0734" t="21986" r="53246" b="47547"/>
              <a:stretch/>
            </p:blipFill>
            <p:spPr>
              <a:xfrm>
                <a:off x="11212513" y="3876675"/>
                <a:ext cx="350837" cy="355600"/>
              </a:xfrm>
              <a:prstGeom prst="rect">
                <a:avLst/>
              </a:prstGeom>
            </p:spPr>
          </p:pic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321E1D8-8C15-49FE-949F-E1E78C674A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0734" t="21986" r="53246" b="47547"/>
              <a:stretch/>
            </p:blipFill>
            <p:spPr>
              <a:xfrm>
                <a:off x="10760429" y="3238496"/>
                <a:ext cx="350837" cy="355600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2A40C1D5-56E2-4438-A30B-FBD27040F6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0734" t="21986" r="53246" b="47547"/>
              <a:stretch/>
            </p:blipFill>
            <p:spPr>
              <a:xfrm>
                <a:off x="10760428" y="2595559"/>
                <a:ext cx="350837" cy="355600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C170974A-EF10-4C2A-B545-BFF1AE03A0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0734" t="21986" r="53246" b="47547"/>
              <a:stretch/>
            </p:blipFill>
            <p:spPr>
              <a:xfrm>
                <a:off x="10307991" y="3238496"/>
                <a:ext cx="350837" cy="3556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EC5FB59-12A7-4217-9003-D6BECD8F79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0734" t="21986" r="53246" b="47547"/>
              <a:stretch/>
            </p:blipFill>
            <p:spPr>
              <a:xfrm>
                <a:off x="9849203" y="3872442"/>
                <a:ext cx="363185" cy="36935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1468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8E6C97-BB6A-44A1-88C4-8EFFB3C9D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636" y="0"/>
            <a:ext cx="7314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2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1BC03F-FEFC-4322-83EE-E9C7F9EF9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024" y="0"/>
            <a:ext cx="7113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 순회하기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133B64-5824-4982-9BEE-03B210F9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427050"/>
            <a:ext cx="903096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 순회하기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76E354-7368-4EE1-80CC-22FBE8285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3" y="1384368"/>
            <a:ext cx="9030960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2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 순회하기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5DB678-E184-4924-AD4B-8863FC7D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408194"/>
            <a:ext cx="9030960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6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44D9EF-E0E1-4AD0-8E4F-52E1EF8FB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0"/>
            <a:ext cx="4735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2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3474</TotalTime>
  <Words>178</Words>
  <Application>Microsoft Office PowerPoint</Application>
  <PresentationFormat>와이드스크린</PresentationFormat>
  <Paragraphs>50</Paragraphs>
  <Slides>27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Noto Sans KR</vt:lpstr>
      <vt:lpstr>Pretendard</vt:lpstr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Crane Code</cp:lastModifiedBy>
  <cp:revision>121</cp:revision>
  <dcterms:created xsi:type="dcterms:W3CDTF">2022-08-03T01:14:38Z</dcterms:created>
  <dcterms:modified xsi:type="dcterms:W3CDTF">2025-11-08T17:53:48Z</dcterms:modified>
</cp:coreProperties>
</file>