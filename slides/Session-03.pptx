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1" r:id="rId2"/>
    <p:sldId id="272" r:id="rId3"/>
    <p:sldId id="314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8EA0"/>
    <a:srgbClr val="6C899B"/>
    <a:srgbClr val="F3F9FB"/>
    <a:srgbClr val="F9FCFD"/>
    <a:srgbClr val="23B0C3"/>
    <a:srgbClr val="146772"/>
    <a:srgbClr val="95E2EC"/>
    <a:srgbClr val="D0C6E9"/>
    <a:srgbClr val="FAD6DD"/>
    <a:srgbClr val="FFF9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7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80" y="416"/>
      </p:cViewPr>
      <p:guideLst>
        <p:guide orient="horz" pos="26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484C1-3233-45B0-BF2E-81903A21C200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21E56-2B32-4447-A01C-8A25B9EEBF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80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660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576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07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117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12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1E56-2B32-4447-A01C-8A25B9EEBF7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266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98245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82200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898477"/>
            <a:ext cx="4328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에꼴캡스톤디자인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컴퓨터공학과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김민성 </a:t>
            </a:r>
            <a:r>
              <a:rPr lang="en-US" altLang="ko-KR" sz="1400" dirty="0">
                <a:solidFill>
                  <a:schemeClr val="bg1"/>
                </a:solidFill>
              </a:rPr>
              <a:t>2019748004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8E751F-6C58-4C8E-A928-8AF61C344088}"/>
              </a:ext>
            </a:extLst>
          </p:cNvPr>
          <p:cNvSpPr txBox="1"/>
          <p:nvPr/>
        </p:nvSpPr>
        <p:spPr>
          <a:xfrm>
            <a:off x="473948" y="991515"/>
            <a:ext cx="5391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150" dirty="0">
                <a:solidFill>
                  <a:schemeClr val="bg1"/>
                </a:solidFill>
                <a:latin typeface="+mj-ea"/>
                <a:ea typeface="+mj-ea"/>
              </a:rPr>
              <a:t>백준 알고리즘 문제 리뷰 및</a:t>
            </a:r>
            <a:endParaRPr lang="en-US" altLang="ko-KR" sz="3600" spc="-15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3600" spc="-150" dirty="0">
                <a:solidFill>
                  <a:schemeClr val="bg1"/>
                </a:solidFill>
                <a:latin typeface="+mj-ea"/>
                <a:ea typeface="+mj-ea"/>
              </a:rPr>
              <a:t>언어별 구현비교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2FFFE8-41F5-4241-9FC2-D82AB1CE7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840" y="3589023"/>
            <a:ext cx="3659835" cy="3659835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A3314BED-0C3E-4713-B9F1-C1001ADDD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6567" y="3125576"/>
            <a:ext cx="821654" cy="150285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0016F010-0629-458B-8375-239BCFFFBA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4408" y="3877004"/>
            <a:ext cx="1542855" cy="217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7"/>
    </mc:Choice>
    <mc:Fallback xmlns="">
      <p:transition spd="slow" advTm="164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>
            <a:extLst>
              <a:ext uri="{FF2B5EF4-FFF2-40B4-BE49-F238E27FC236}">
                <a16:creationId xmlns:a16="http://schemas.microsoft.com/office/drawing/2014/main" id="{769855EB-3543-4725-8666-D5CA5808B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4" t="249" r="22437" b="10418"/>
          <a:stretch/>
        </p:blipFill>
        <p:spPr>
          <a:xfrm>
            <a:off x="7081829" y="-1"/>
            <a:ext cx="5303797" cy="6858001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047079" y="554696"/>
            <a:ext cx="1483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1"/>
                </a:solidFill>
                <a:latin typeface="+mj-ea"/>
                <a:ea typeface="+mj-ea"/>
              </a:rPr>
              <a:t>목 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713084" y="1231105"/>
            <a:ext cx="314510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1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F5BEB-A29E-EC98-4681-67E53CB0B3C2}"/>
              </a:ext>
            </a:extLst>
          </p:cNvPr>
          <p:cNvSpPr txBox="1"/>
          <p:nvPr/>
        </p:nvSpPr>
        <p:spPr>
          <a:xfrm>
            <a:off x="730535" y="2526552"/>
            <a:ext cx="314510" cy="36373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2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753120" y="3465351"/>
            <a:ext cx="314510" cy="44012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3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495410" y="792690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table of contents</a:t>
            </a:r>
            <a:endParaRPr lang="ko-KR" altLang="en-US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983E19-888E-4E12-B693-FA01B5F1E2F2}"/>
              </a:ext>
            </a:extLst>
          </p:cNvPr>
          <p:cNvSpPr txBox="1"/>
          <p:nvPr/>
        </p:nvSpPr>
        <p:spPr>
          <a:xfrm>
            <a:off x="1047332" y="1179300"/>
            <a:ext cx="2196435" cy="52322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그래프의 표현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623E90-1812-45CC-A713-9711E30C0729}"/>
              </a:ext>
            </a:extLst>
          </p:cNvPr>
          <p:cNvSpPr txBox="1"/>
          <p:nvPr/>
        </p:nvSpPr>
        <p:spPr>
          <a:xfrm>
            <a:off x="1045045" y="2455475"/>
            <a:ext cx="2196435" cy="52322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유니온 파인드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274925-3498-44FB-AA73-494CD4B8A53F}"/>
              </a:ext>
            </a:extLst>
          </p:cNvPr>
          <p:cNvSpPr txBox="1"/>
          <p:nvPr/>
        </p:nvSpPr>
        <p:spPr>
          <a:xfrm>
            <a:off x="1064811" y="3472270"/>
            <a:ext cx="1555234" cy="52322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위상 정렬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6EB0E7-A1C7-4A1B-871E-AC9A60A0089B}"/>
              </a:ext>
            </a:extLst>
          </p:cNvPr>
          <p:cNvSpPr txBox="1"/>
          <p:nvPr/>
        </p:nvSpPr>
        <p:spPr>
          <a:xfrm>
            <a:off x="1050502" y="1983687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1-2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3435D1-2A5B-4DF7-9DEC-3D89E84EB9E6}"/>
              </a:ext>
            </a:extLst>
          </p:cNvPr>
          <p:cNvSpPr txBox="1"/>
          <p:nvPr/>
        </p:nvSpPr>
        <p:spPr>
          <a:xfrm>
            <a:off x="1406114" y="1994176"/>
            <a:ext cx="1880643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이분 그래프 판별하기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B09BBF-BF0C-457F-B8C8-B8DEFF34FB2A}"/>
              </a:ext>
            </a:extLst>
          </p:cNvPr>
          <p:cNvSpPr txBox="1"/>
          <p:nvPr/>
        </p:nvSpPr>
        <p:spPr>
          <a:xfrm>
            <a:off x="1050502" y="1700922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1-1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688EE0-CD5C-4E7C-B219-1E9915FE306D}"/>
              </a:ext>
            </a:extLst>
          </p:cNvPr>
          <p:cNvSpPr txBox="1"/>
          <p:nvPr/>
        </p:nvSpPr>
        <p:spPr>
          <a:xfrm>
            <a:off x="1412377" y="1711411"/>
            <a:ext cx="1920719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특정 거리의 도시 찾기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0240C9-D522-46D9-BB1D-F1EB8E442732}"/>
              </a:ext>
            </a:extLst>
          </p:cNvPr>
          <p:cNvSpPr txBox="1"/>
          <p:nvPr/>
        </p:nvSpPr>
        <p:spPr>
          <a:xfrm>
            <a:off x="1116800" y="4288898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3-2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91D003-78AB-4EF5-93DF-C6790B5CA1BE}"/>
              </a:ext>
            </a:extLst>
          </p:cNvPr>
          <p:cNvSpPr txBox="1"/>
          <p:nvPr/>
        </p:nvSpPr>
        <p:spPr>
          <a:xfrm>
            <a:off x="1472412" y="4299387"/>
            <a:ext cx="1301959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게임 개발하기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AA2D56-AD1A-4D84-A075-F6E0E1994B5C}"/>
              </a:ext>
            </a:extLst>
          </p:cNvPr>
          <p:cNvSpPr txBox="1"/>
          <p:nvPr/>
        </p:nvSpPr>
        <p:spPr>
          <a:xfrm>
            <a:off x="1116800" y="4006133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3-1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A2E2A-6C50-4A23-8EAC-BE616F430C8A}"/>
              </a:ext>
            </a:extLst>
          </p:cNvPr>
          <p:cNvSpPr txBox="1"/>
          <p:nvPr/>
        </p:nvSpPr>
        <p:spPr>
          <a:xfrm>
            <a:off x="1472412" y="4016622"/>
            <a:ext cx="942887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줄 세우기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C5CEB5-01F5-454C-9FB5-0F9D968F0BB5}"/>
              </a:ext>
            </a:extLst>
          </p:cNvPr>
          <p:cNvSpPr txBox="1"/>
          <p:nvPr/>
        </p:nvSpPr>
        <p:spPr>
          <a:xfrm>
            <a:off x="1113377" y="5695135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4-2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A32821-B49C-4E7C-99F3-DA6E3A664171}"/>
              </a:ext>
            </a:extLst>
          </p:cNvPr>
          <p:cNvSpPr txBox="1"/>
          <p:nvPr/>
        </p:nvSpPr>
        <p:spPr>
          <a:xfrm>
            <a:off x="1468989" y="5705624"/>
            <a:ext cx="1834156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/>
            <a:r>
              <a:rPr lang="en-US" altLang="ko-KR" sz="1400" dirty="0">
                <a:solidFill>
                  <a:schemeClr val="accent1"/>
                </a:solidFill>
                <a:latin typeface="+mn-ea"/>
              </a:rPr>
              <a:t>K</a:t>
            </a:r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번째 최단 경로 찾기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B2F00F-B44A-4D16-A8D0-D08A67E25DFC}"/>
              </a:ext>
            </a:extLst>
          </p:cNvPr>
          <p:cNvSpPr txBox="1"/>
          <p:nvPr/>
        </p:nvSpPr>
        <p:spPr>
          <a:xfrm>
            <a:off x="1113377" y="5412370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4-1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B0F76A-A2E7-4D81-997D-AE4E60CEB4F6}"/>
              </a:ext>
            </a:extLst>
          </p:cNvPr>
          <p:cNvSpPr txBox="1"/>
          <p:nvPr/>
        </p:nvSpPr>
        <p:spPr>
          <a:xfrm>
            <a:off x="1468989" y="5422859"/>
            <a:ext cx="1561646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최단 경로 구하기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5683F-7CED-4174-A378-9CD68F4AF154}"/>
              </a:ext>
            </a:extLst>
          </p:cNvPr>
          <p:cNvSpPr txBox="1"/>
          <p:nvPr/>
        </p:nvSpPr>
        <p:spPr>
          <a:xfrm>
            <a:off x="1064966" y="2995887"/>
            <a:ext cx="421910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2-1</a:t>
            </a:r>
            <a:endParaRPr lang="ko-KR" altLang="en-US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D08E44-2D23-4A57-94C2-E540B425AF87}"/>
              </a:ext>
            </a:extLst>
          </p:cNvPr>
          <p:cNvSpPr txBox="1"/>
          <p:nvPr/>
        </p:nvSpPr>
        <p:spPr>
          <a:xfrm>
            <a:off x="1420578" y="3006376"/>
            <a:ext cx="1301959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  <a:latin typeface="+mn-ea"/>
              </a:rPr>
              <a:t>집합 표현하기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9D5A4B-02AF-4B87-993D-AF40FDE94F03}"/>
              </a:ext>
            </a:extLst>
          </p:cNvPr>
          <p:cNvSpPr txBox="1"/>
          <p:nvPr/>
        </p:nvSpPr>
        <p:spPr>
          <a:xfrm>
            <a:off x="734668" y="4856433"/>
            <a:ext cx="314510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4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1CDE09-FAB7-402E-A863-16CFEC993DFA}"/>
              </a:ext>
            </a:extLst>
          </p:cNvPr>
          <p:cNvSpPr txBox="1"/>
          <p:nvPr/>
        </p:nvSpPr>
        <p:spPr>
          <a:xfrm>
            <a:off x="1046359" y="4823341"/>
            <a:ext cx="1787669" cy="52322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다익스트라</a:t>
            </a:r>
          </a:p>
        </p:txBody>
      </p:sp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5"/>
    </mc:Choice>
    <mc:Fallback xmlns="">
      <p:transition spd="slow" advTm="270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특정거리의 도시 찾기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49A066-7FA6-4269-B77C-06FB828CB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80" y="1361153"/>
            <a:ext cx="6020640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3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65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이분 그래프 판별하기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B600B2-7672-4C0F-B543-EA2F40F96FA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595B3D-BEF1-492E-B40F-F0E46BB5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93" y="1510786"/>
            <a:ext cx="6020640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27C1AE-84FA-4A3E-8BFB-929158A9E2CA}"/>
              </a:ext>
            </a:extLst>
          </p:cNvPr>
          <p:cNvSpPr/>
          <p:nvPr/>
        </p:nvSpPr>
        <p:spPr>
          <a:xfrm>
            <a:off x="9737452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74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유니온 파인드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집합 표현하기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F602B470-41DE-4C20-91C0-5AC6B1AA9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506480"/>
            <a:ext cx="6020640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1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8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위상 정렬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줄 세우기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3D91E3-DE0B-4AF4-854A-82CF661DDB99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CABB4-F876-4ADE-9186-083159AF2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6" y="1550162"/>
            <a:ext cx="6020640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5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93F9D6-285D-408C-B52A-B7F7F49326F8}"/>
              </a:ext>
            </a:extLst>
          </p:cNvPr>
          <p:cNvSpPr/>
          <p:nvPr/>
        </p:nvSpPr>
        <p:spPr>
          <a:xfrm>
            <a:off x="9834608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9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위상 정렬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게임 개발하기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B188CE-10D8-4E71-80A2-B21475B62952}"/>
              </a:ext>
            </a:extLst>
          </p:cNvPr>
          <p:cNvSpPr/>
          <p:nvPr/>
        </p:nvSpPr>
        <p:spPr>
          <a:xfrm>
            <a:off x="9822230" y="6234273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700D59-D515-4D61-9FBA-0DD313A87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5" y="1314400"/>
            <a:ext cx="6020640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8CCD09-25C9-4961-93D7-EFDB2361EC5E}"/>
              </a:ext>
            </a:extLst>
          </p:cNvPr>
          <p:cNvSpPr/>
          <p:nvPr/>
        </p:nvSpPr>
        <p:spPr>
          <a:xfrm>
            <a:off x="98222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40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다익스트라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최단 경로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FFB5A6-359C-4E3B-A196-C9F7DEE32601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D194F0-1468-4CC2-92ED-042A1BAD5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2" y="1179472"/>
            <a:ext cx="6020640" cy="292458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5A7B329-C953-4CB9-B141-8D635BF27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057" y="3565228"/>
            <a:ext cx="5869761" cy="31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7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F6EEB9-0A4B-443F-959F-323513683129}"/>
              </a:ext>
            </a:extLst>
          </p:cNvPr>
          <p:cNvSpPr/>
          <p:nvPr/>
        </p:nvSpPr>
        <p:spPr>
          <a:xfrm>
            <a:off x="9882786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30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다익스트라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K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번째 최단 경로 </a:t>
            </a:r>
            <a:r>
              <a:rPr lang="ko-KR" altLang="en-US" sz="2000" b="1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4CF75B-FA61-4F77-A069-7AF641D0FD62}"/>
              </a:ext>
            </a:extLst>
          </p:cNvPr>
          <p:cNvSpPr/>
          <p:nvPr/>
        </p:nvSpPr>
        <p:spPr>
          <a:xfrm>
            <a:off x="9822230" y="6158575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31F713-7496-4901-A39F-36F65C435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64" y="1272968"/>
            <a:ext cx="6011114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5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F8E910-B1AB-4023-B664-DB18665712AE}"/>
              </a:ext>
            </a:extLst>
          </p:cNvPr>
          <p:cNvSpPr/>
          <p:nvPr/>
        </p:nvSpPr>
        <p:spPr>
          <a:xfrm>
            <a:off x="9737451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9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103</Words>
  <Application>Microsoft Office PowerPoint</Application>
  <PresentationFormat>와이드스크린</PresentationFormat>
  <Paragraphs>41</Paragraphs>
  <Slides>16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Noto Sans KR</vt:lpstr>
      <vt:lpstr>Pretendard</vt:lpstr>
      <vt:lpstr>Pretendard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Crane Code</cp:lastModifiedBy>
  <cp:revision>107</cp:revision>
  <dcterms:created xsi:type="dcterms:W3CDTF">2022-08-03T01:14:38Z</dcterms:created>
  <dcterms:modified xsi:type="dcterms:W3CDTF">2025-10-24T18:46:20Z</dcterms:modified>
</cp:coreProperties>
</file>