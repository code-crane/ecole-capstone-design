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5" r:id="rId8"/>
    <p:sldId id="264" r:id="rId9"/>
    <p:sldId id="270" r:id="rId10"/>
    <p:sldId id="269" r:id="rId11"/>
    <p:sldId id="271" r:id="rId12"/>
    <p:sldId id="272" r:id="rId13"/>
    <p:sldId id="260" r:id="rId14"/>
    <p:sldId id="268" r:id="rId15"/>
    <p:sldId id="261" r:id="rId16"/>
    <p:sldId id="262" r:id="rId17"/>
    <p:sldId id="273" r:id="rId18"/>
    <p:sldId id="26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3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2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FAC31D-70EC-4C0B-B92A-7166BD281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047264-86BB-46A3-B7FE-F8179DDD6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313852-5542-48D5-A948-CE03B76FD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082483-3C52-4E8A-AE40-DD211E16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1CF73A-D6AE-4765-81A5-02BFF1184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59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49C4F-224E-4FA2-B76B-5B32ABD93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60EF68-28E3-45DA-8782-DBCBA03DF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51202E-9A54-41E5-A61E-BBE33E245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B7FCF4-5C5B-431F-845C-627780C95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246E54-4BD8-4585-9A99-A697DC6AE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914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93DD04-D634-4C94-8CA7-581151CB5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8AA2D8-1E67-40FD-A55D-F179EBB90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25FAEC-DDDA-4BA9-B296-59C29A60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1C3597-98CE-4A69-B888-D3C858004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F99BAB-2EE2-43F8-8F9A-1A17BEECE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0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F50A70-92CD-4602-9983-26D72425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B59811-83F7-4D3E-8DE3-554EED1C2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4E5886-5DDA-482F-A254-DA22A91C0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4BE9E4-DE65-4EF2-AA70-114D3DE6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83D010-745C-4C0F-ADF9-FA175371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DD4DEE-B817-4344-BD82-B699DD85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37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51BBF-C6D9-4773-AF60-DE9486CCF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86BDC6-DE07-4F84-B056-9B7A545C5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750ED6-9E50-48E9-A283-D6959D0D8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AD0279-139D-4823-A608-8F20389A6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B9D5FB1-3523-46C2-9CB9-3BA20A72B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B54F65C-5020-43DF-B84B-A9909FE0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A0C32D-1B2D-4BC4-AC51-3182B972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23C9B1A-997F-4249-8D42-A1B10A5B4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289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976B01-5DA9-4A5E-9912-CB6D974BC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EE7877B-E140-4FD1-A781-5CB4441E3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90056B-9162-47C2-BB44-73B5DAE97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E1CEDA-811E-4B04-9F62-A159F5345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43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9A15A41-BBCD-4E62-93E5-21A02F10C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4B5C4A-C401-4F5E-9708-5CE1C91FB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11402F-C821-4C63-AC90-3EF26EE41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86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FBC9D-6BED-4421-AB20-35E77F547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DB46E1-B0E2-4EF2-892E-40FFC1514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9ED8AC-DC37-404A-BD53-FE4AF8406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FC168E-0619-474F-B94F-B519A231A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AE461B-ADF8-4F1F-9652-AAE43A5C5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4FEC81-1717-47CA-9DC4-8A72A553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148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49DC71-C02F-42AD-A22B-DEF6BB135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803B95-3C42-48A3-A818-F3F4E828C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C4C2E3-29CF-4421-82EF-8DEB7C4E9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EE72C4-96D7-4D33-AA36-9FD873586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4DC812-23E6-4024-91B2-58F750D0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8C178A-11E8-41F7-9947-81D487DED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26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AFDB3-FBBA-4E52-A3E3-5C3A9821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B5A6AC-CD61-4E50-A490-57A9431DC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0FFE4A-7BF4-4223-9F8E-D16B70C8C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4038F0-42CB-4F9C-97B0-2C954FD24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07EB5F-4207-47BA-83AF-ED3B06AFA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078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F474CE-5DA8-4826-BF41-56744FACDF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DA5AC6-ED33-497D-AE11-53FE183FF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57DC04-0657-45C2-AD6B-5D832607C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0C818-A9F9-46B1-822A-240EE10A9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2FEB6-7536-4605-8A52-B66D97683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885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94F1EB-2161-4E4D-B9AD-C6EB652D4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2A7FC6-FB14-4D1C-83C2-8B748C39C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F5F671-B551-4BA5-9876-EE79AB908E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E890D-DC05-452B-B421-BF3A184B7A5A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20E30D-C989-404D-B423-E20F9DAA2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9BAD85-868F-46C6-8184-C6F04E715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0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75B3B397-7067-47A3-BBEE-9CAF1930E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4408" y="3877004"/>
            <a:ext cx="1542855" cy="217632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77EE102-CEB3-49FD-AFC2-E693C53A37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840" y="3589023"/>
            <a:ext cx="3659835" cy="3659835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79177D0B-5FE6-4A44-A26F-70916CF161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6567" y="3125576"/>
            <a:ext cx="821654" cy="1502855"/>
          </a:xfrm>
          <a:prstGeom prst="rect">
            <a:avLst/>
          </a:prstGeom>
        </p:spPr>
      </p:pic>
      <p:sp>
        <p:nvSpPr>
          <p:cNvPr id="8" name="제목 7">
            <a:extLst>
              <a:ext uri="{FF2B5EF4-FFF2-40B4-BE49-F238E27FC236}">
                <a16:creationId xmlns:a16="http://schemas.microsoft.com/office/drawing/2014/main" id="{9879B834-4763-463B-B2A9-769262B091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408" y="1676273"/>
            <a:ext cx="9144000" cy="828492"/>
          </a:xfrm>
        </p:spPr>
        <p:txBody>
          <a:bodyPr>
            <a:normAutofit/>
          </a:bodyPr>
          <a:lstStyle/>
          <a:p>
            <a:r>
              <a:rPr lang="ko-KR" altLang="en-US" sz="4400" dirty="0"/>
              <a:t>백준 문제 리뷰 </a:t>
            </a:r>
            <a:r>
              <a:rPr lang="en-US" altLang="ko-KR" sz="4400" dirty="0"/>
              <a:t>&amp; </a:t>
            </a:r>
            <a:r>
              <a:rPr lang="ko-KR" altLang="en-US" sz="4400" dirty="0"/>
              <a:t>언어별 구현 비교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A4639A-BCD3-4B90-80CC-886D6ADFF037}"/>
              </a:ext>
            </a:extLst>
          </p:cNvPr>
          <p:cNvSpPr txBox="1"/>
          <p:nvPr/>
        </p:nvSpPr>
        <p:spPr>
          <a:xfrm>
            <a:off x="460408" y="3125576"/>
            <a:ext cx="2340000" cy="10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에꼴캡스톤디자인</a:t>
            </a:r>
            <a:endParaRPr lang="en-US" altLang="ko-KR" dirty="0"/>
          </a:p>
          <a:p>
            <a:r>
              <a:rPr lang="ko-KR" altLang="en-US" dirty="0"/>
              <a:t>컴퓨터공학과 김민성</a:t>
            </a:r>
            <a:endParaRPr lang="en-US" altLang="ko-KR" dirty="0"/>
          </a:p>
          <a:p>
            <a:r>
              <a:rPr lang="en-US" altLang="ko-KR" dirty="0"/>
              <a:t>2019748004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9EC8F78-E268-47CD-ABA4-4E574DFE796E}"/>
              </a:ext>
            </a:extLst>
          </p:cNvPr>
          <p:cNvCxnSpPr>
            <a:cxnSpLocks/>
          </p:cNvCxnSpPr>
          <p:nvPr/>
        </p:nvCxnSpPr>
        <p:spPr>
          <a:xfrm>
            <a:off x="513347" y="2542674"/>
            <a:ext cx="11700000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237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DD18D4B-DF52-4781-87AD-B480AC8EFD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04" t="249" r="22437" b="10418"/>
          <a:stretch/>
        </p:blipFill>
        <p:spPr>
          <a:xfrm>
            <a:off x="7081829" y="-1"/>
            <a:ext cx="5303797" cy="6858001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A6700C3-2133-486C-B0AB-98022AE48ECC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A383CE2-C59D-46B8-B3C8-004ECCA389D8}"/>
              </a:ext>
            </a:extLst>
          </p:cNvPr>
          <p:cNvSpPr txBox="1"/>
          <p:nvPr/>
        </p:nvSpPr>
        <p:spPr>
          <a:xfrm>
            <a:off x="439056" y="671286"/>
            <a:ext cx="1080000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목차</a:t>
            </a:r>
            <a:endParaRPr lang="en-US" altLang="ko-KR" sz="3200" dirty="0"/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3D4752-24D0-4FCF-815B-80275CC4360C}"/>
              </a:ext>
            </a:extLst>
          </p:cNvPr>
          <p:cNvSpPr txBox="1"/>
          <p:nvPr/>
        </p:nvSpPr>
        <p:spPr>
          <a:xfrm>
            <a:off x="1394542" y="851286"/>
            <a:ext cx="32004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Table of contents</a:t>
            </a:r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245EEA-F09D-4842-A00C-4CA216ED3E6B}"/>
              </a:ext>
            </a:extLst>
          </p:cNvPr>
          <p:cNvSpPr txBox="1"/>
          <p:nvPr/>
        </p:nvSpPr>
        <p:spPr>
          <a:xfrm>
            <a:off x="439056" y="1317617"/>
            <a:ext cx="37156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트리</a:t>
            </a:r>
            <a:endParaRPr lang="en-US" altLang="ko-KR" dirty="0"/>
          </a:p>
          <a:p>
            <a:pPr marL="800100" lvl="1" indent="-342900">
              <a:buFont typeface="+mj-lt"/>
              <a:buAutoNum type="arabicParenR"/>
            </a:pPr>
            <a:r>
              <a:rPr lang="ko-KR" altLang="en-US" dirty="0"/>
              <a:t>구간 합 구하기 </a:t>
            </a:r>
            <a:r>
              <a:rPr lang="en-US" altLang="ko-KR" dirty="0"/>
              <a:t>3</a:t>
            </a:r>
          </a:p>
          <a:p>
            <a:pPr marL="800100" lvl="1" indent="-342900">
              <a:buFont typeface="+mj-lt"/>
              <a:buAutoNum type="arabicParenR"/>
            </a:pPr>
            <a:r>
              <a:rPr lang="ko-KR" altLang="en-US" dirty="0"/>
              <a:t>최소 공통 조상 구하기 </a:t>
            </a:r>
            <a:r>
              <a:rPr lang="en-US" altLang="ko-KR" dirty="0"/>
              <a:t>1</a:t>
            </a:r>
          </a:p>
          <a:p>
            <a:pPr marL="800100" lvl="1" indent="-342900">
              <a:buFont typeface="+mj-lt"/>
              <a:buAutoNum type="arabicParenR"/>
            </a:pPr>
            <a:r>
              <a:rPr lang="ko-KR" altLang="en-US" dirty="0"/>
              <a:t>최소 공통 조상 구하기 </a:t>
            </a:r>
            <a:r>
              <a:rPr lang="en-US" altLang="ko-KR" dirty="0"/>
              <a:t>2</a:t>
            </a:r>
          </a:p>
          <a:p>
            <a:pPr marL="800100" lvl="1" indent="-342900">
              <a:buFont typeface="+mj-lt"/>
              <a:buAutoNum type="arabicParenR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조합</a:t>
            </a:r>
            <a:endParaRPr lang="en-US" altLang="ko-KR" dirty="0"/>
          </a:p>
          <a:p>
            <a:pPr marL="800100" lvl="1" indent="-342900">
              <a:buFont typeface="+mj-lt"/>
              <a:buAutoNum type="arabicParenR"/>
            </a:pPr>
            <a:r>
              <a:rPr lang="ko-KR" altLang="en-US" dirty="0"/>
              <a:t>이항계수 구하기 </a:t>
            </a:r>
            <a:r>
              <a:rPr lang="en-US" altLang="ko-KR" dirty="0"/>
              <a:t>1</a:t>
            </a:r>
          </a:p>
          <a:p>
            <a:pPr marL="800100" lvl="1" indent="-342900">
              <a:buFont typeface="+mj-lt"/>
              <a:buAutoNum type="arabicParenR"/>
            </a:pPr>
            <a:r>
              <a:rPr lang="ko-KR" altLang="en-US" dirty="0"/>
              <a:t>이항계수 구하기</a:t>
            </a:r>
            <a:r>
              <a:rPr lang="en-US" altLang="ko-KR" dirty="0"/>
              <a:t> 2</a:t>
            </a:r>
          </a:p>
          <a:p>
            <a:pPr marL="800100" lvl="1" indent="-342900">
              <a:buFont typeface="+mj-lt"/>
              <a:buAutoNum type="arabicParenR"/>
            </a:pPr>
            <a:r>
              <a:rPr lang="ko-KR" altLang="en-US" dirty="0"/>
              <a:t>다리 놓기</a:t>
            </a:r>
            <a:endParaRPr lang="en-US" altLang="ko-KR" dirty="0"/>
          </a:p>
          <a:p>
            <a:pPr marL="800100" lvl="1" indent="-342900">
              <a:buFont typeface="+mj-lt"/>
              <a:buAutoNum type="arabicParenR"/>
            </a:pPr>
            <a:r>
              <a:rPr lang="ko-KR" altLang="en-US" dirty="0"/>
              <a:t>순열의 순서 구하기</a:t>
            </a:r>
            <a:endParaRPr lang="en-US" altLang="ko-KR" dirty="0"/>
          </a:p>
          <a:p>
            <a:pPr marL="800100" lvl="1" indent="-342900">
              <a:buFont typeface="+mj-lt"/>
              <a:buAutoNum type="arabicParenR"/>
            </a:pPr>
            <a:r>
              <a:rPr lang="ko-KR" altLang="en-US" dirty="0"/>
              <a:t>사전 찾기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ED0C7F3-5D90-44BC-AB95-213F4C3AE161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898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4F02584-C41B-4E80-B72A-B574D927A46E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77EB2A-5756-4149-A5C8-CCCDE1B3BD49}"/>
              </a:ext>
            </a:extLst>
          </p:cNvPr>
          <p:cNvSpPr txBox="1"/>
          <p:nvPr/>
        </p:nvSpPr>
        <p:spPr>
          <a:xfrm>
            <a:off x="-9182" y="535961"/>
            <a:ext cx="6099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       </a:t>
            </a:r>
            <a:r>
              <a:rPr lang="ko-KR" altLang="en-US" sz="2400" b="1" spc="-150" dirty="0">
                <a:solidFill>
                  <a:srgbClr val="224D60">
                    <a:lumMod val="5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트리 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 </a:t>
            </a:r>
            <a:r>
              <a:rPr kumimoji="0" lang="ko-KR" altLang="en-US" sz="18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구간 합 구하기 </a:t>
            </a:r>
            <a:r>
              <a:rPr kumimoji="0" lang="en-US" altLang="ko-KR" sz="18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kumimoji="0" lang="en-US" altLang="ko-KR" sz="24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CC89563-3B65-42D9-9CD2-87E033B13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19" y="1286412"/>
            <a:ext cx="10672053" cy="521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74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631349-ADC8-4D6F-B1C3-2EEE4B172C6E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06A091-A10F-484D-9CAE-FB65D2FAB255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B5A18ECC-9D9C-49D2-99B2-A95229706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36" y="621386"/>
            <a:ext cx="6039160" cy="301640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152E89-1BF4-491E-9DE1-F67E74E10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78" y="3692070"/>
            <a:ext cx="6077262" cy="2959252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87ECE3A-4D0A-4201-B898-BA1F5CCC50D3}"/>
              </a:ext>
            </a:extLst>
          </p:cNvPr>
          <p:cNvCxnSpPr/>
          <p:nvPr/>
        </p:nvCxnSpPr>
        <p:spPr>
          <a:xfrm>
            <a:off x="624114" y="4564743"/>
            <a:ext cx="22061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860E7EF-AB1F-4A3A-BB0C-59AC6C32C27D}"/>
              </a:ext>
            </a:extLst>
          </p:cNvPr>
          <p:cNvCxnSpPr/>
          <p:nvPr/>
        </p:nvCxnSpPr>
        <p:spPr>
          <a:xfrm>
            <a:off x="624114" y="5442857"/>
            <a:ext cx="22061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36C7B24-DE29-4318-BD7E-73378EC24D48}"/>
              </a:ext>
            </a:extLst>
          </p:cNvPr>
          <p:cNvSpPr txBox="1"/>
          <p:nvPr/>
        </p:nvSpPr>
        <p:spPr>
          <a:xfrm>
            <a:off x="943428" y="5406572"/>
            <a:ext cx="914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a, b, c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ADC621C4-9353-4F7F-9E91-6E079AC5551A}"/>
              </a:ext>
            </a:extLst>
          </p:cNvPr>
          <p:cNvGrpSpPr/>
          <p:nvPr/>
        </p:nvGrpSpPr>
        <p:grpSpPr>
          <a:xfrm>
            <a:off x="6815687" y="1183502"/>
            <a:ext cx="3653714" cy="366890"/>
            <a:chOff x="6756173" y="760825"/>
            <a:chExt cx="3653714" cy="36689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AE2BB47-D17E-4D5E-868D-6FEC85C3CDD3}"/>
                </a:ext>
              </a:extLst>
            </p:cNvPr>
            <p:cNvSpPr/>
            <p:nvPr/>
          </p:nvSpPr>
          <p:spPr>
            <a:xfrm>
              <a:off x="6756173" y="762000"/>
              <a:ext cx="720000" cy="3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FC67226-C4B7-4343-94FB-7C62D7F72D57}"/>
                </a:ext>
              </a:extLst>
            </p:cNvPr>
            <p:cNvSpPr/>
            <p:nvPr/>
          </p:nvSpPr>
          <p:spPr>
            <a:xfrm>
              <a:off x="7490687" y="762000"/>
              <a:ext cx="720000" cy="3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F04AFAF-0BB3-4213-AD06-B18D92CBC64E}"/>
                </a:ext>
              </a:extLst>
            </p:cNvPr>
            <p:cNvSpPr/>
            <p:nvPr/>
          </p:nvSpPr>
          <p:spPr>
            <a:xfrm>
              <a:off x="8225201" y="767715"/>
              <a:ext cx="720000" cy="3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903BFAD-490A-4A77-9012-13AF9CB036A8}"/>
                </a:ext>
              </a:extLst>
            </p:cNvPr>
            <p:cNvSpPr/>
            <p:nvPr/>
          </p:nvSpPr>
          <p:spPr>
            <a:xfrm>
              <a:off x="8957164" y="760825"/>
              <a:ext cx="720000" cy="3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F1DC278-C9CB-4470-B9F2-B1EE62CD861B}"/>
                </a:ext>
              </a:extLst>
            </p:cNvPr>
            <p:cNvSpPr/>
            <p:nvPr/>
          </p:nvSpPr>
          <p:spPr>
            <a:xfrm>
              <a:off x="9689887" y="762000"/>
              <a:ext cx="720000" cy="3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8B42ED7-C9B3-4CFA-B5E3-8204E8BFA62F}"/>
              </a:ext>
            </a:extLst>
          </p:cNvPr>
          <p:cNvGrpSpPr/>
          <p:nvPr/>
        </p:nvGrpSpPr>
        <p:grpSpPr>
          <a:xfrm>
            <a:off x="6794761" y="1181123"/>
            <a:ext cx="3699907" cy="364757"/>
            <a:chOff x="6756625" y="756466"/>
            <a:chExt cx="3614288" cy="36475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EDADD58-8CFB-4C58-B65C-E6A2799FD461}"/>
                </a:ext>
              </a:extLst>
            </p:cNvPr>
            <p:cNvSpPr/>
            <p:nvPr/>
          </p:nvSpPr>
          <p:spPr>
            <a:xfrm>
              <a:off x="6756625" y="756466"/>
              <a:ext cx="720000" cy="3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3DC73416-91DA-4E65-8BB3-76C0970FB675}"/>
                </a:ext>
              </a:extLst>
            </p:cNvPr>
            <p:cNvSpPr/>
            <p:nvPr/>
          </p:nvSpPr>
          <p:spPr>
            <a:xfrm>
              <a:off x="7483769" y="761223"/>
              <a:ext cx="720000" cy="3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290A1B71-5E06-4DA0-8547-83DFBFED98ED}"/>
                </a:ext>
              </a:extLst>
            </p:cNvPr>
            <p:cNvSpPr/>
            <p:nvPr/>
          </p:nvSpPr>
          <p:spPr>
            <a:xfrm>
              <a:off x="8210913" y="756466"/>
              <a:ext cx="720000" cy="3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7BAB81A1-4CDB-4949-8B55-CB0E04232EC8}"/>
                </a:ext>
              </a:extLst>
            </p:cNvPr>
            <p:cNvSpPr/>
            <p:nvPr/>
          </p:nvSpPr>
          <p:spPr>
            <a:xfrm>
              <a:off x="8930913" y="756466"/>
              <a:ext cx="720000" cy="3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827278FA-E763-4EDC-8FA3-8BCECE2A7EDD}"/>
                </a:ext>
              </a:extLst>
            </p:cNvPr>
            <p:cNvSpPr/>
            <p:nvPr/>
          </p:nvSpPr>
          <p:spPr>
            <a:xfrm>
              <a:off x="9650913" y="756466"/>
              <a:ext cx="720000" cy="3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5</a:t>
              </a:r>
              <a:endParaRPr lang="ko-KR" altLang="en-US" dirty="0"/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60646DC-104D-407D-8909-8049D343684B}"/>
              </a:ext>
            </a:extLst>
          </p:cNvPr>
          <p:cNvSpPr/>
          <p:nvPr/>
        </p:nvSpPr>
        <p:spPr>
          <a:xfrm>
            <a:off x="8297120" y="1190392"/>
            <a:ext cx="7200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DB52052-513C-4FA4-835E-D65CE79C9FA4}"/>
              </a:ext>
            </a:extLst>
          </p:cNvPr>
          <p:cNvGrpSpPr/>
          <p:nvPr/>
        </p:nvGrpSpPr>
        <p:grpSpPr>
          <a:xfrm>
            <a:off x="7543478" y="1421524"/>
            <a:ext cx="2913200" cy="543237"/>
            <a:chOff x="7457713" y="994841"/>
            <a:chExt cx="2913200" cy="543237"/>
          </a:xfrm>
        </p:grpSpPr>
        <p:sp>
          <p:nvSpPr>
            <p:cNvPr id="45" name="원호 44">
              <a:extLst>
                <a:ext uri="{FF2B5EF4-FFF2-40B4-BE49-F238E27FC236}">
                  <a16:creationId xmlns:a16="http://schemas.microsoft.com/office/drawing/2014/main" id="{52250923-D526-4F22-8BA9-9735322A4F86}"/>
                </a:ext>
              </a:extLst>
            </p:cNvPr>
            <p:cNvSpPr/>
            <p:nvPr/>
          </p:nvSpPr>
          <p:spPr>
            <a:xfrm rot="10800000">
              <a:off x="7457713" y="1006865"/>
              <a:ext cx="2128973" cy="359999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원호 45">
              <a:extLst>
                <a:ext uri="{FF2B5EF4-FFF2-40B4-BE49-F238E27FC236}">
                  <a16:creationId xmlns:a16="http://schemas.microsoft.com/office/drawing/2014/main" id="{4B796ABE-62F2-4A2A-8D20-32656092338D}"/>
                </a:ext>
              </a:extLst>
            </p:cNvPr>
            <p:cNvSpPr/>
            <p:nvPr/>
          </p:nvSpPr>
          <p:spPr>
            <a:xfrm rot="10800000" flipH="1">
              <a:off x="7863474" y="994841"/>
              <a:ext cx="2507439" cy="361430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7D37145-2958-49EF-942B-C5CAFE4A60EA}"/>
                </a:ext>
              </a:extLst>
            </p:cNvPr>
            <p:cNvSpPr txBox="1"/>
            <p:nvPr/>
          </p:nvSpPr>
          <p:spPr>
            <a:xfrm>
              <a:off x="8622599" y="1168746"/>
              <a:ext cx="529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17</a:t>
              </a:r>
              <a:endParaRPr lang="ko-KR" altLang="en-US" dirty="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721933CC-75BD-4457-B9CA-C2A267312344}"/>
              </a:ext>
            </a:extLst>
          </p:cNvPr>
          <p:cNvGrpSpPr/>
          <p:nvPr/>
        </p:nvGrpSpPr>
        <p:grpSpPr>
          <a:xfrm>
            <a:off x="8355778" y="1400544"/>
            <a:ext cx="2058402" cy="564217"/>
            <a:chOff x="8210911" y="2630032"/>
            <a:chExt cx="2058402" cy="564217"/>
          </a:xfrm>
        </p:grpSpPr>
        <p:sp>
          <p:nvSpPr>
            <p:cNvPr id="48" name="원호 47">
              <a:extLst>
                <a:ext uri="{FF2B5EF4-FFF2-40B4-BE49-F238E27FC236}">
                  <a16:creationId xmlns:a16="http://schemas.microsoft.com/office/drawing/2014/main" id="{62F0277B-C5FE-433D-A2AD-AEFB5BCAA27E}"/>
                </a:ext>
              </a:extLst>
            </p:cNvPr>
            <p:cNvSpPr/>
            <p:nvPr/>
          </p:nvSpPr>
          <p:spPr>
            <a:xfrm rot="10800000">
              <a:off x="8210911" y="2642054"/>
              <a:ext cx="1500681" cy="359999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174D1AA5-EFD6-4397-9A3A-1B763795D742}"/>
                </a:ext>
              </a:extLst>
            </p:cNvPr>
            <p:cNvGrpSpPr/>
            <p:nvPr/>
          </p:nvGrpSpPr>
          <p:grpSpPr>
            <a:xfrm>
              <a:off x="8768631" y="2630032"/>
              <a:ext cx="1500682" cy="564217"/>
              <a:chOff x="8768631" y="2630032"/>
              <a:chExt cx="1500682" cy="564217"/>
            </a:xfrm>
          </p:grpSpPr>
          <p:sp>
            <p:nvSpPr>
              <p:cNvPr id="49" name="원호 48">
                <a:extLst>
                  <a:ext uri="{FF2B5EF4-FFF2-40B4-BE49-F238E27FC236}">
                    <a16:creationId xmlns:a16="http://schemas.microsoft.com/office/drawing/2014/main" id="{E9539AC1-0E50-4AD1-A27A-335EBB866947}"/>
                  </a:ext>
                </a:extLst>
              </p:cNvPr>
              <p:cNvSpPr/>
              <p:nvPr/>
            </p:nvSpPr>
            <p:spPr>
              <a:xfrm rot="10800000" flipH="1">
                <a:off x="8768631" y="2630032"/>
                <a:ext cx="1500682" cy="361430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05939EE-1D29-4F22-AD94-F200B4077FB5}"/>
                  </a:ext>
                </a:extLst>
              </p:cNvPr>
              <p:cNvSpPr txBox="1"/>
              <p:nvPr/>
            </p:nvSpPr>
            <p:spPr>
              <a:xfrm>
                <a:off x="9022814" y="2824917"/>
                <a:ext cx="628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12</a:t>
                </a:r>
                <a:endParaRPr lang="ko-KR" altLang="en-US" dirty="0"/>
              </a:p>
            </p:txBody>
          </p:sp>
        </p:grp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AA4C56D-47ED-4975-AB37-7D8DC56007D7}"/>
              </a:ext>
            </a:extLst>
          </p:cNvPr>
          <p:cNvSpPr/>
          <p:nvPr/>
        </p:nvSpPr>
        <p:spPr>
          <a:xfrm>
            <a:off x="9762035" y="1183180"/>
            <a:ext cx="7200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332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4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631349-ADC8-4D6F-B1C3-2EEE4B172C6E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06A091-A10F-484D-9CAE-FB65D2FAB255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5">
            <a:extLst>
              <a:ext uri="{FF2B5EF4-FFF2-40B4-BE49-F238E27FC236}">
                <a16:creationId xmlns:a16="http://schemas.microsoft.com/office/drawing/2014/main" id="{B14DEBC2-122D-4F62-B0DA-6B3D5268F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443376"/>
              </p:ext>
            </p:extLst>
          </p:nvPr>
        </p:nvGraphicFramePr>
        <p:xfrm>
          <a:off x="362529" y="1692122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41368656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85563484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9080865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3062066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530928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3703522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6235567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8308577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9923416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66305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2167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BA5A3B3-BC7C-47F6-91D6-10F7BA7D1D55}"/>
              </a:ext>
            </a:extLst>
          </p:cNvPr>
          <p:cNvSpPr txBox="1"/>
          <p:nvPr/>
        </p:nvSpPr>
        <p:spPr>
          <a:xfrm>
            <a:off x="660403" y="938554"/>
            <a:ext cx="1752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Prefix</a:t>
            </a:r>
            <a:r>
              <a:rPr lang="en-US" altLang="ko-KR" sz="2400" dirty="0"/>
              <a:t> </a:t>
            </a:r>
            <a:r>
              <a:rPr lang="en-US" altLang="ko-KR" sz="2400" b="1" dirty="0"/>
              <a:t>sum</a:t>
            </a:r>
            <a:endParaRPr lang="ko-KR" altLang="en-US" sz="2400" b="1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4A44F43-992F-42AB-A3AB-BAF41269E83E}"/>
              </a:ext>
            </a:extLst>
          </p:cNvPr>
          <p:cNvGrpSpPr/>
          <p:nvPr/>
        </p:nvGrpSpPr>
        <p:grpSpPr>
          <a:xfrm>
            <a:off x="362529" y="2276002"/>
            <a:ext cx="3741257" cy="383264"/>
            <a:chOff x="362529" y="2313725"/>
            <a:chExt cx="3741257" cy="383264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4A9C33FA-8A1C-4CB1-A3FB-1645374BC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529" y="2527419"/>
              <a:ext cx="776514" cy="1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B09D456-5DED-40BA-A7C8-3A0C6CA3AD65}"/>
                </a:ext>
              </a:extLst>
            </p:cNvPr>
            <p:cNvSpPr txBox="1"/>
            <p:nvPr/>
          </p:nvSpPr>
          <p:spPr>
            <a:xfrm>
              <a:off x="1139043" y="2313725"/>
              <a:ext cx="776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[1]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D467E8E-CD7F-4BEF-AB4C-B84A9EF89E2E}"/>
                </a:ext>
              </a:extLst>
            </p:cNvPr>
            <p:cNvSpPr txBox="1"/>
            <p:nvPr/>
          </p:nvSpPr>
          <p:spPr>
            <a:xfrm>
              <a:off x="1745217" y="2327657"/>
              <a:ext cx="23585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=preifx[1]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020497-B815-499C-8A15-C94B4912FF17}"/>
              </a:ext>
            </a:extLst>
          </p:cNvPr>
          <p:cNvGrpSpPr/>
          <p:nvPr/>
        </p:nvGrpSpPr>
        <p:grpSpPr>
          <a:xfrm>
            <a:off x="362529" y="2655023"/>
            <a:ext cx="11400967" cy="646828"/>
            <a:chOff x="362529" y="2603514"/>
            <a:chExt cx="11400967" cy="646828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D7910428-3E16-4307-92EA-F7E4E3E29C3D}"/>
                </a:ext>
              </a:extLst>
            </p:cNvPr>
            <p:cNvCxnSpPr>
              <a:cxnSpLocks/>
            </p:cNvCxnSpPr>
            <p:nvPr/>
          </p:nvCxnSpPr>
          <p:spPr>
            <a:xfrm>
              <a:off x="362529" y="2839476"/>
              <a:ext cx="1596571" cy="0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186A0A8-606C-4298-9071-A42A7438E048}"/>
                </a:ext>
              </a:extLst>
            </p:cNvPr>
            <p:cNvSpPr txBox="1"/>
            <p:nvPr/>
          </p:nvSpPr>
          <p:spPr>
            <a:xfrm>
              <a:off x="2017157" y="2604011"/>
              <a:ext cx="97463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[1] 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[2]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endParaRPr lang="ko-KR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6E564A5-6369-41D7-9BD1-302E0BD7F3EB}"/>
                </a:ext>
              </a:extLst>
            </p:cNvPr>
            <p:cNvSpPr txBox="1"/>
            <p:nvPr/>
          </p:nvSpPr>
          <p:spPr>
            <a:xfrm>
              <a:off x="3455722" y="2603514"/>
              <a:ext cx="23585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=preifx[2]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09DE1F94-0075-4487-A4FD-AAB15DB6479B}"/>
              </a:ext>
            </a:extLst>
          </p:cNvPr>
          <p:cNvGrpSpPr/>
          <p:nvPr/>
        </p:nvGrpSpPr>
        <p:grpSpPr>
          <a:xfrm>
            <a:off x="360386" y="3147152"/>
            <a:ext cx="8285486" cy="646331"/>
            <a:chOff x="362529" y="2959955"/>
            <a:chExt cx="8285486" cy="646331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767BF0F7-CD56-4A35-BB36-A4F721BA0D48}"/>
                </a:ext>
              </a:extLst>
            </p:cNvPr>
            <p:cNvCxnSpPr>
              <a:cxnSpLocks/>
            </p:cNvCxnSpPr>
            <p:nvPr/>
          </p:nvCxnSpPr>
          <p:spPr>
            <a:xfrm>
              <a:off x="362529" y="3129762"/>
              <a:ext cx="2423886" cy="0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35DD2B0-ED23-4A1A-9304-D469238E99A3}"/>
                </a:ext>
              </a:extLst>
            </p:cNvPr>
            <p:cNvSpPr txBox="1"/>
            <p:nvPr/>
          </p:nvSpPr>
          <p:spPr>
            <a:xfrm>
              <a:off x="2888015" y="2959955"/>
              <a:ext cx="576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[1]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 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[2]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 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[3]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endParaRPr lang="ko-KR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6BBDFDF-53E1-4D7D-B299-6D2561A419DF}"/>
                </a:ext>
              </a:extLst>
            </p:cNvPr>
            <p:cNvSpPr txBox="1"/>
            <p:nvPr/>
          </p:nvSpPr>
          <p:spPr>
            <a:xfrm>
              <a:off x="5227006" y="2972065"/>
              <a:ext cx="23585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=preifx[3]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96DCE345-6CCF-4A6C-A2AF-CD15742C3497}"/>
              </a:ext>
            </a:extLst>
          </p:cNvPr>
          <p:cNvGrpSpPr/>
          <p:nvPr/>
        </p:nvGrpSpPr>
        <p:grpSpPr>
          <a:xfrm>
            <a:off x="370943" y="3593040"/>
            <a:ext cx="9156344" cy="656769"/>
            <a:chOff x="362529" y="3275548"/>
            <a:chExt cx="9156344" cy="656769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41FF0CD-CB54-403B-BE82-E4F2A7793549}"/>
                </a:ext>
              </a:extLst>
            </p:cNvPr>
            <p:cNvCxnSpPr>
              <a:cxnSpLocks/>
            </p:cNvCxnSpPr>
            <p:nvPr/>
          </p:nvCxnSpPr>
          <p:spPr>
            <a:xfrm>
              <a:off x="362529" y="3441819"/>
              <a:ext cx="3243943" cy="0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A3809E8-7729-4CF4-ABFC-5ED5F0B39248}"/>
                </a:ext>
              </a:extLst>
            </p:cNvPr>
            <p:cNvSpPr txBox="1"/>
            <p:nvPr/>
          </p:nvSpPr>
          <p:spPr>
            <a:xfrm>
              <a:off x="3758873" y="3285986"/>
              <a:ext cx="576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[1]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 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[2]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 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[3]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 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[4]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endParaRPr lang="ko-KR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E1573F0-AE0B-4679-B3A9-9508C56EDEA5}"/>
                </a:ext>
              </a:extLst>
            </p:cNvPr>
            <p:cNvSpPr txBox="1"/>
            <p:nvPr/>
          </p:nvSpPr>
          <p:spPr>
            <a:xfrm>
              <a:off x="6926616" y="3275548"/>
              <a:ext cx="23585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=preifx[4]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53455CF5-61F5-4866-9F8F-3917DFA91A25}"/>
              </a:ext>
            </a:extLst>
          </p:cNvPr>
          <p:cNvGrpSpPr/>
          <p:nvPr/>
        </p:nvGrpSpPr>
        <p:grpSpPr>
          <a:xfrm>
            <a:off x="360386" y="4498594"/>
            <a:ext cx="12522656" cy="646331"/>
            <a:chOff x="362529" y="3894453"/>
            <a:chExt cx="12522656" cy="646331"/>
          </a:xfrm>
        </p:grpSpPr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03BF8013-8CD3-46E7-96C5-BD8580AB4D77}"/>
                </a:ext>
              </a:extLst>
            </p:cNvPr>
            <p:cNvCxnSpPr>
              <a:cxnSpLocks/>
            </p:cNvCxnSpPr>
            <p:nvPr/>
          </p:nvCxnSpPr>
          <p:spPr>
            <a:xfrm>
              <a:off x="362529" y="4080447"/>
              <a:ext cx="4862286" cy="0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D8C649A-8853-4426-801C-6A74C8D5FC2D}"/>
                </a:ext>
              </a:extLst>
            </p:cNvPr>
            <p:cNvSpPr txBox="1"/>
            <p:nvPr/>
          </p:nvSpPr>
          <p:spPr>
            <a:xfrm>
              <a:off x="5500589" y="3894453"/>
              <a:ext cx="576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[1] 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[2] 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[3] 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[4] 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+ arr 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[5] 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[6]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endParaRPr lang="ko-KR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67DB47B-E4FC-42AE-9B6D-BB6EDA8C89EC}"/>
                </a:ext>
              </a:extLst>
            </p:cNvPr>
            <p:cNvSpPr txBox="1"/>
            <p:nvPr/>
          </p:nvSpPr>
          <p:spPr>
            <a:xfrm>
              <a:off x="10526616" y="3894453"/>
              <a:ext cx="23585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=preifx[6]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AD7A0F8D-3F98-4083-B06D-059B9C3B2C7C}"/>
              </a:ext>
            </a:extLst>
          </p:cNvPr>
          <p:cNvGrpSpPr/>
          <p:nvPr/>
        </p:nvGrpSpPr>
        <p:grpSpPr>
          <a:xfrm>
            <a:off x="360386" y="4019072"/>
            <a:ext cx="10689777" cy="646331"/>
            <a:chOff x="362529" y="3584060"/>
            <a:chExt cx="10689777" cy="646331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01DBAE0F-5797-4BC5-961F-FE3BE9D7568A}"/>
                </a:ext>
              </a:extLst>
            </p:cNvPr>
            <p:cNvCxnSpPr>
              <a:cxnSpLocks/>
            </p:cNvCxnSpPr>
            <p:nvPr/>
          </p:nvCxnSpPr>
          <p:spPr>
            <a:xfrm>
              <a:off x="362529" y="3768390"/>
              <a:ext cx="4064000" cy="0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A2BF1D1-0747-4328-8531-7F1864197121}"/>
                </a:ext>
              </a:extLst>
            </p:cNvPr>
            <p:cNvSpPr txBox="1"/>
            <p:nvPr/>
          </p:nvSpPr>
          <p:spPr>
            <a:xfrm>
              <a:off x="4629731" y="3584060"/>
              <a:ext cx="576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[1]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 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[2]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 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[3]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 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[4]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 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[5]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endParaRPr lang="ko-KR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A93B3D2-91C0-4F8A-8744-DBFB208D3CDE}"/>
                </a:ext>
              </a:extLst>
            </p:cNvPr>
            <p:cNvSpPr txBox="1"/>
            <p:nvPr/>
          </p:nvSpPr>
          <p:spPr>
            <a:xfrm>
              <a:off x="8693737" y="3587446"/>
              <a:ext cx="23585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=preifx[5]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E0C427BC-6C57-42F5-BEA7-36B2EC3083FB}"/>
              </a:ext>
            </a:extLst>
          </p:cNvPr>
          <p:cNvGrpSpPr/>
          <p:nvPr/>
        </p:nvGrpSpPr>
        <p:grpSpPr>
          <a:xfrm>
            <a:off x="360386" y="5440201"/>
            <a:ext cx="12889643" cy="646331"/>
            <a:chOff x="362529" y="4594419"/>
            <a:chExt cx="12889643" cy="646331"/>
          </a:xfrm>
        </p:grpSpPr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3C8617EB-5B34-4CBB-8AF9-B5562AC06108}"/>
                </a:ext>
              </a:extLst>
            </p:cNvPr>
            <p:cNvCxnSpPr>
              <a:cxnSpLocks/>
            </p:cNvCxnSpPr>
            <p:nvPr/>
          </p:nvCxnSpPr>
          <p:spPr>
            <a:xfrm>
              <a:off x="362529" y="4813418"/>
              <a:ext cx="6502400" cy="0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2E37FA5-3BBA-4D20-90E5-DC9FC10D5F82}"/>
                </a:ext>
              </a:extLst>
            </p:cNvPr>
            <p:cNvSpPr txBox="1"/>
            <p:nvPr/>
          </p:nvSpPr>
          <p:spPr>
            <a:xfrm>
              <a:off x="7220531" y="4594419"/>
              <a:ext cx="432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[1]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 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[2]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 + … 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[7]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 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[8]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endParaRPr lang="ko-KR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F246D2F-17F7-497B-890F-3D67F5E3BDE4}"/>
                </a:ext>
              </a:extLst>
            </p:cNvPr>
            <p:cNvSpPr txBox="1"/>
            <p:nvPr/>
          </p:nvSpPr>
          <p:spPr>
            <a:xfrm>
              <a:off x="10893603" y="4617188"/>
              <a:ext cx="23585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=preifx[8]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0DFA074F-4804-4B87-9577-54FBF2438802}"/>
              </a:ext>
            </a:extLst>
          </p:cNvPr>
          <p:cNvGrpSpPr/>
          <p:nvPr/>
        </p:nvGrpSpPr>
        <p:grpSpPr>
          <a:xfrm>
            <a:off x="360386" y="4982210"/>
            <a:ext cx="12889643" cy="647214"/>
            <a:chOff x="362529" y="4225087"/>
            <a:chExt cx="12889643" cy="64721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D85DD209-DF0D-4D57-B58D-79C7FDB7F793}"/>
                </a:ext>
              </a:extLst>
            </p:cNvPr>
            <p:cNvCxnSpPr>
              <a:cxnSpLocks/>
            </p:cNvCxnSpPr>
            <p:nvPr/>
          </p:nvCxnSpPr>
          <p:spPr>
            <a:xfrm>
              <a:off x="362529" y="4414276"/>
              <a:ext cx="5776683" cy="0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0DCA20E-4097-42FD-9BBE-0A451716EF17}"/>
                </a:ext>
              </a:extLst>
            </p:cNvPr>
            <p:cNvSpPr txBox="1"/>
            <p:nvPr/>
          </p:nvSpPr>
          <p:spPr>
            <a:xfrm>
              <a:off x="6349673" y="4225970"/>
              <a:ext cx="540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[1]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 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[2]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 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[3]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 + … 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[6] 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[7]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endParaRPr lang="ko-KR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0AF3A35-60AE-43A5-8D95-1C89ABC0A398}"/>
                </a:ext>
              </a:extLst>
            </p:cNvPr>
            <p:cNvSpPr txBox="1"/>
            <p:nvPr/>
          </p:nvSpPr>
          <p:spPr>
            <a:xfrm>
              <a:off x="10893603" y="4225087"/>
              <a:ext cx="23585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=preifx[7]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2A1D8DA2-D39B-44AD-AE08-CD3629C01040}"/>
              </a:ext>
            </a:extLst>
          </p:cNvPr>
          <p:cNvGrpSpPr/>
          <p:nvPr/>
        </p:nvGrpSpPr>
        <p:grpSpPr>
          <a:xfrm>
            <a:off x="360386" y="6295963"/>
            <a:ext cx="12695679" cy="653103"/>
            <a:chOff x="362529" y="5337495"/>
            <a:chExt cx="12695679" cy="653103"/>
          </a:xfrm>
        </p:grpSpPr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6D9BAFA6-0B32-4E41-AC1B-C4E4720BAC3B}"/>
                </a:ext>
              </a:extLst>
            </p:cNvPr>
            <p:cNvCxnSpPr>
              <a:cxnSpLocks/>
            </p:cNvCxnSpPr>
            <p:nvPr/>
          </p:nvCxnSpPr>
          <p:spPr>
            <a:xfrm>
              <a:off x="362529" y="5582675"/>
              <a:ext cx="8128000" cy="0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4DA3390-F1E2-44A1-A76F-7FE7CA7545EE}"/>
                </a:ext>
              </a:extLst>
            </p:cNvPr>
            <p:cNvSpPr txBox="1"/>
            <p:nvPr/>
          </p:nvSpPr>
          <p:spPr>
            <a:xfrm>
              <a:off x="8632042" y="5344267"/>
              <a:ext cx="28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[1]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 + … 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[10]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endParaRPr lang="ko-KR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D0E0A13-C884-41CD-94AE-76FF7222B5A7}"/>
                </a:ext>
              </a:extLst>
            </p:cNvPr>
            <p:cNvSpPr txBox="1"/>
            <p:nvPr/>
          </p:nvSpPr>
          <p:spPr>
            <a:xfrm>
              <a:off x="10699639" y="5337495"/>
              <a:ext cx="23585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=preifx[10]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D751E0BB-FA5C-48B5-9D7F-3ADE00C2D972}"/>
              </a:ext>
            </a:extLst>
          </p:cNvPr>
          <p:cNvGrpSpPr/>
          <p:nvPr/>
        </p:nvGrpSpPr>
        <p:grpSpPr>
          <a:xfrm>
            <a:off x="360386" y="5890982"/>
            <a:ext cx="12889643" cy="375674"/>
            <a:chOff x="362529" y="4945394"/>
            <a:chExt cx="12889643" cy="375674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70096000-4FF4-44E6-BC74-85028239EFE3}"/>
                </a:ext>
              </a:extLst>
            </p:cNvPr>
            <p:cNvCxnSpPr>
              <a:cxnSpLocks/>
            </p:cNvCxnSpPr>
            <p:nvPr/>
          </p:nvCxnSpPr>
          <p:spPr>
            <a:xfrm>
              <a:off x="362529" y="5169019"/>
              <a:ext cx="7467600" cy="0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67C9FE0-4302-4F5F-B857-681B1B886C1C}"/>
                </a:ext>
              </a:extLst>
            </p:cNvPr>
            <p:cNvSpPr txBox="1"/>
            <p:nvPr/>
          </p:nvSpPr>
          <p:spPr>
            <a:xfrm>
              <a:off x="8105901" y="4945394"/>
              <a:ext cx="360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[1] 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+ … 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[8] 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+ arr</a:t>
              </a:r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[9]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2D62DF6-DB4F-42DD-ADCF-DBAA60C0399C}"/>
                </a:ext>
              </a:extLst>
            </p:cNvPr>
            <p:cNvSpPr txBox="1"/>
            <p:nvPr/>
          </p:nvSpPr>
          <p:spPr>
            <a:xfrm>
              <a:off x="10893603" y="4951736"/>
              <a:ext cx="23585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=preifx[9]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07" name="그림 106">
            <a:extLst>
              <a:ext uri="{FF2B5EF4-FFF2-40B4-BE49-F238E27FC236}">
                <a16:creationId xmlns:a16="http://schemas.microsoft.com/office/drawing/2014/main" id="{4731A734-4185-4978-A4C6-D8C84687C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553" y="-60277"/>
            <a:ext cx="3939605" cy="6964420"/>
          </a:xfrm>
          <a:prstGeom prst="rect">
            <a:avLst/>
          </a:prstGeom>
        </p:spPr>
      </p:pic>
      <p:pic>
        <p:nvPicPr>
          <p:cNvPr id="127" name="그림 126">
            <a:extLst>
              <a:ext uri="{FF2B5EF4-FFF2-40B4-BE49-F238E27FC236}">
                <a16:creationId xmlns:a16="http://schemas.microsoft.com/office/drawing/2014/main" id="{BE706C2D-772D-4D06-AEBF-48EA25DFA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05" y="3518286"/>
            <a:ext cx="10092282" cy="45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87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631349-ADC8-4D6F-B1C3-2EEE4B172C6E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06A091-A10F-484D-9CAE-FB65D2FAB255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92D34C9A-9A7D-430A-A64F-A526F1FDD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78" y="1312111"/>
            <a:ext cx="5011821" cy="236421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7C7AE58-FFCF-4318-B61A-1C41F5F8FE04}"/>
              </a:ext>
            </a:extLst>
          </p:cNvPr>
          <p:cNvSpPr txBox="1"/>
          <p:nvPr/>
        </p:nvSpPr>
        <p:spPr>
          <a:xfrm>
            <a:off x="1839829" y="3346077"/>
            <a:ext cx="18870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/>
              <a:t>x</a:t>
            </a:r>
            <a:endParaRPr lang="ko-KR" altLang="en-US" sz="4400" b="1" dirty="0"/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569849F4-FBF7-4AFE-9B4B-14F4BE5E9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77" y="4038920"/>
            <a:ext cx="5011821" cy="236421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6DF7499-085A-4744-97A1-D859D6C7A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450" y="1089513"/>
            <a:ext cx="5431111" cy="27127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B9EAB9-DD32-4BB7-85A7-C65D9E9E7D79}"/>
              </a:ext>
            </a:extLst>
          </p:cNvPr>
          <p:cNvSpPr txBox="1"/>
          <p:nvPr/>
        </p:nvSpPr>
        <p:spPr>
          <a:xfrm>
            <a:off x="6096000" y="4514850"/>
            <a:ext cx="407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1,000,000 x 10,000 = 10,000,000,000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D2A009-CB9F-414E-8EE7-8A0B3D38EE07}"/>
              </a:ext>
            </a:extLst>
          </p:cNvPr>
          <p:cNvSpPr txBox="1"/>
          <p:nvPr/>
        </p:nvSpPr>
        <p:spPr>
          <a:xfrm>
            <a:off x="6096000" y="5137150"/>
            <a:ext cx="1962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100 </a:t>
            </a:r>
            <a:r>
              <a:rPr lang="ko-KR" altLang="en-US" dirty="0"/>
              <a:t>억 번 연산</a:t>
            </a:r>
          </a:p>
        </p:txBody>
      </p:sp>
    </p:spTree>
    <p:extLst>
      <p:ext uri="{BB962C8B-B14F-4D97-AF65-F5344CB8AC3E}">
        <p14:creationId xmlns:p14="http://schemas.microsoft.com/office/powerpoint/2010/main" val="1297578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631349-ADC8-4D6F-B1C3-2EEE4B172C6E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06A091-A10F-484D-9CAE-FB65D2FAB255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B48A7A3-0F79-4BB0-9C96-30D719EFA966}"/>
              </a:ext>
            </a:extLst>
          </p:cNvPr>
          <p:cNvSpPr txBox="1"/>
          <p:nvPr/>
        </p:nvSpPr>
        <p:spPr>
          <a:xfrm>
            <a:off x="660403" y="938554"/>
            <a:ext cx="3750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펜윅 트리 </a:t>
            </a:r>
            <a:r>
              <a:rPr lang="en-US" altLang="ko-KR" sz="2400" b="1" dirty="0"/>
              <a:t>(Fenwick Tree)</a:t>
            </a:r>
            <a:endParaRPr lang="ko-KR" altLang="en-US" sz="2400" b="1" dirty="0"/>
          </a:p>
        </p:txBody>
      </p:sp>
      <p:pic>
        <p:nvPicPr>
          <p:cNvPr id="98" name="그림 97">
            <a:extLst>
              <a:ext uri="{FF2B5EF4-FFF2-40B4-BE49-F238E27FC236}">
                <a16:creationId xmlns:a16="http://schemas.microsoft.com/office/drawing/2014/main" id="{2E132B20-BBEE-4564-B8A4-C79998042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467" y="1729204"/>
            <a:ext cx="8103016" cy="4330923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BED437E0-2CCB-4FCF-8F92-AA3F010ADF57}"/>
              </a:ext>
            </a:extLst>
          </p:cNvPr>
          <p:cNvSpPr txBox="1"/>
          <p:nvPr/>
        </p:nvSpPr>
        <p:spPr>
          <a:xfrm>
            <a:off x="6883400" y="907776"/>
            <a:ext cx="3217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LSB </a:t>
            </a:r>
            <a:r>
              <a:rPr lang="en-US" altLang="ko-KR" sz="1400" dirty="0"/>
              <a:t>Least Significant Bit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7057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631349-ADC8-4D6F-B1C3-2EEE4B172C6E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06A091-A10F-484D-9CAE-FB65D2FAB255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5">
            <a:extLst>
              <a:ext uri="{FF2B5EF4-FFF2-40B4-BE49-F238E27FC236}">
                <a16:creationId xmlns:a16="http://schemas.microsoft.com/office/drawing/2014/main" id="{B14DEBC2-122D-4F62-B0DA-6B3D5268F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207446"/>
              </p:ext>
            </p:extLst>
          </p:nvPr>
        </p:nvGraphicFramePr>
        <p:xfrm>
          <a:off x="355603" y="483644"/>
          <a:ext cx="97463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314">
                  <a:extLst>
                    <a:ext uri="{9D8B030D-6E8A-4147-A177-3AD203B41FA5}">
                      <a16:colId xmlns:a16="http://schemas.microsoft.com/office/drawing/2014/main" val="1413686560"/>
                    </a:ext>
                  </a:extLst>
                </a:gridCol>
                <a:gridCol w="573314">
                  <a:extLst>
                    <a:ext uri="{9D8B030D-6E8A-4147-A177-3AD203B41FA5}">
                      <a16:colId xmlns:a16="http://schemas.microsoft.com/office/drawing/2014/main" val="1855634845"/>
                    </a:ext>
                  </a:extLst>
                </a:gridCol>
                <a:gridCol w="573314">
                  <a:extLst>
                    <a:ext uri="{9D8B030D-6E8A-4147-A177-3AD203B41FA5}">
                      <a16:colId xmlns:a16="http://schemas.microsoft.com/office/drawing/2014/main" val="2390808658"/>
                    </a:ext>
                  </a:extLst>
                </a:gridCol>
                <a:gridCol w="573314">
                  <a:extLst>
                    <a:ext uri="{9D8B030D-6E8A-4147-A177-3AD203B41FA5}">
                      <a16:colId xmlns:a16="http://schemas.microsoft.com/office/drawing/2014/main" val="2330620661"/>
                    </a:ext>
                  </a:extLst>
                </a:gridCol>
                <a:gridCol w="573314">
                  <a:extLst>
                    <a:ext uri="{9D8B030D-6E8A-4147-A177-3AD203B41FA5}">
                      <a16:colId xmlns:a16="http://schemas.microsoft.com/office/drawing/2014/main" val="3453092850"/>
                    </a:ext>
                  </a:extLst>
                </a:gridCol>
                <a:gridCol w="573314">
                  <a:extLst>
                    <a:ext uri="{9D8B030D-6E8A-4147-A177-3AD203B41FA5}">
                      <a16:colId xmlns:a16="http://schemas.microsoft.com/office/drawing/2014/main" val="2037035229"/>
                    </a:ext>
                  </a:extLst>
                </a:gridCol>
                <a:gridCol w="573314">
                  <a:extLst>
                    <a:ext uri="{9D8B030D-6E8A-4147-A177-3AD203B41FA5}">
                      <a16:colId xmlns:a16="http://schemas.microsoft.com/office/drawing/2014/main" val="2062355676"/>
                    </a:ext>
                  </a:extLst>
                </a:gridCol>
                <a:gridCol w="573314">
                  <a:extLst>
                    <a:ext uri="{9D8B030D-6E8A-4147-A177-3AD203B41FA5}">
                      <a16:colId xmlns:a16="http://schemas.microsoft.com/office/drawing/2014/main" val="2883085779"/>
                    </a:ext>
                  </a:extLst>
                </a:gridCol>
                <a:gridCol w="573314">
                  <a:extLst>
                    <a:ext uri="{9D8B030D-6E8A-4147-A177-3AD203B41FA5}">
                      <a16:colId xmlns:a16="http://schemas.microsoft.com/office/drawing/2014/main" val="499234164"/>
                    </a:ext>
                  </a:extLst>
                </a:gridCol>
                <a:gridCol w="573314">
                  <a:extLst>
                    <a:ext uri="{9D8B030D-6E8A-4147-A177-3AD203B41FA5}">
                      <a16:colId xmlns:a16="http://schemas.microsoft.com/office/drawing/2014/main" val="675316702"/>
                    </a:ext>
                  </a:extLst>
                </a:gridCol>
                <a:gridCol w="573314">
                  <a:extLst>
                    <a:ext uri="{9D8B030D-6E8A-4147-A177-3AD203B41FA5}">
                      <a16:colId xmlns:a16="http://schemas.microsoft.com/office/drawing/2014/main" val="691340979"/>
                    </a:ext>
                  </a:extLst>
                </a:gridCol>
                <a:gridCol w="573314">
                  <a:extLst>
                    <a:ext uri="{9D8B030D-6E8A-4147-A177-3AD203B41FA5}">
                      <a16:colId xmlns:a16="http://schemas.microsoft.com/office/drawing/2014/main" val="2667560534"/>
                    </a:ext>
                  </a:extLst>
                </a:gridCol>
                <a:gridCol w="573314">
                  <a:extLst>
                    <a:ext uri="{9D8B030D-6E8A-4147-A177-3AD203B41FA5}">
                      <a16:colId xmlns:a16="http://schemas.microsoft.com/office/drawing/2014/main" val="436774797"/>
                    </a:ext>
                  </a:extLst>
                </a:gridCol>
                <a:gridCol w="573314">
                  <a:extLst>
                    <a:ext uri="{9D8B030D-6E8A-4147-A177-3AD203B41FA5}">
                      <a16:colId xmlns:a16="http://schemas.microsoft.com/office/drawing/2014/main" val="3658160482"/>
                    </a:ext>
                  </a:extLst>
                </a:gridCol>
                <a:gridCol w="573314">
                  <a:extLst>
                    <a:ext uri="{9D8B030D-6E8A-4147-A177-3AD203B41FA5}">
                      <a16:colId xmlns:a16="http://schemas.microsoft.com/office/drawing/2014/main" val="3319917755"/>
                    </a:ext>
                  </a:extLst>
                </a:gridCol>
                <a:gridCol w="573314">
                  <a:extLst>
                    <a:ext uri="{9D8B030D-6E8A-4147-A177-3AD203B41FA5}">
                      <a16:colId xmlns:a16="http://schemas.microsoft.com/office/drawing/2014/main" val="259392828"/>
                    </a:ext>
                  </a:extLst>
                </a:gridCol>
                <a:gridCol w="573314">
                  <a:extLst>
                    <a:ext uri="{9D8B030D-6E8A-4147-A177-3AD203B41FA5}">
                      <a16:colId xmlns:a16="http://schemas.microsoft.com/office/drawing/2014/main" val="2066305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216707"/>
                  </a:ext>
                </a:extLst>
              </a:tr>
            </a:tbl>
          </a:graphicData>
        </a:graphic>
      </p:graphicFrame>
      <p:grpSp>
        <p:nvGrpSpPr>
          <p:cNvPr id="59" name="그룹 58">
            <a:extLst>
              <a:ext uri="{FF2B5EF4-FFF2-40B4-BE49-F238E27FC236}">
                <a16:creationId xmlns:a16="http://schemas.microsoft.com/office/drawing/2014/main" id="{747D7608-EDB3-4A4F-8A09-458AB1B3F029}"/>
              </a:ext>
            </a:extLst>
          </p:cNvPr>
          <p:cNvGrpSpPr/>
          <p:nvPr/>
        </p:nvGrpSpPr>
        <p:grpSpPr>
          <a:xfrm>
            <a:off x="299089" y="931075"/>
            <a:ext cx="776514" cy="375888"/>
            <a:chOff x="603889" y="2527419"/>
            <a:chExt cx="776514" cy="375888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4A9C33FA-8A1C-4CB1-A3FB-1645374BC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03" y="2527419"/>
              <a:ext cx="720000" cy="1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2E1F9AE-209D-42D9-A833-DF6CDA4F25ED}"/>
                </a:ext>
              </a:extLst>
            </p:cNvPr>
            <p:cNvSpPr txBox="1"/>
            <p:nvPr/>
          </p:nvSpPr>
          <p:spPr>
            <a:xfrm>
              <a:off x="603889" y="2543307"/>
              <a:ext cx="776514" cy="36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arr[1]</a:t>
              </a:r>
              <a:endParaRPr lang="ko-KR" altLang="en-US" dirty="0"/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D75CE9E8-6F8A-435A-B07A-BED475252A4C}"/>
              </a:ext>
            </a:extLst>
          </p:cNvPr>
          <p:cNvGrpSpPr/>
          <p:nvPr/>
        </p:nvGrpSpPr>
        <p:grpSpPr>
          <a:xfrm>
            <a:off x="299089" y="1476035"/>
            <a:ext cx="9746339" cy="423841"/>
            <a:chOff x="536492" y="3429000"/>
            <a:chExt cx="9746339" cy="423841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D7910428-3E16-4307-92EA-F7E4E3E29C3D}"/>
                </a:ext>
              </a:extLst>
            </p:cNvPr>
            <p:cNvCxnSpPr>
              <a:cxnSpLocks/>
            </p:cNvCxnSpPr>
            <p:nvPr/>
          </p:nvCxnSpPr>
          <p:spPr>
            <a:xfrm>
              <a:off x="620488" y="3429000"/>
              <a:ext cx="1440000" cy="0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702517D-7E78-4F26-8768-61E64D3250CC}"/>
                </a:ext>
              </a:extLst>
            </p:cNvPr>
            <p:cNvSpPr txBox="1"/>
            <p:nvPr/>
          </p:nvSpPr>
          <p:spPr>
            <a:xfrm>
              <a:off x="536492" y="3492841"/>
              <a:ext cx="9746339" cy="36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arr[1] + arr[2]</a:t>
              </a:r>
              <a:endParaRPr lang="ko-KR" altLang="en-US" dirty="0"/>
            </a:p>
            <a:p>
              <a:endParaRPr lang="ko-KR" altLang="en-US" dirty="0"/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7BC5F3CE-37BB-494D-91BF-2EF7616D5353}"/>
              </a:ext>
            </a:extLst>
          </p:cNvPr>
          <p:cNvGrpSpPr/>
          <p:nvPr/>
        </p:nvGrpSpPr>
        <p:grpSpPr>
          <a:xfrm>
            <a:off x="1954387" y="2000976"/>
            <a:ext cx="776514" cy="384811"/>
            <a:chOff x="2174520" y="3429000"/>
            <a:chExt cx="776514" cy="384811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767BF0F7-CD56-4A35-BB36-A4F721BA0D48}"/>
                </a:ext>
              </a:extLst>
            </p:cNvPr>
            <p:cNvCxnSpPr>
              <a:cxnSpLocks/>
            </p:cNvCxnSpPr>
            <p:nvPr/>
          </p:nvCxnSpPr>
          <p:spPr>
            <a:xfrm>
              <a:off x="2174520" y="3429000"/>
              <a:ext cx="720000" cy="0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A4AFA84-93A0-456C-9487-F3E119B9B40C}"/>
                </a:ext>
              </a:extLst>
            </p:cNvPr>
            <p:cNvSpPr txBox="1"/>
            <p:nvPr/>
          </p:nvSpPr>
          <p:spPr>
            <a:xfrm>
              <a:off x="2174520" y="3444479"/>
              <a:ext cx="776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arr[3]</a:t>
              </a:r>
              <a:endParaRPr lang="ko-KR" altLang="en-US" dirty="0"/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CA536A39-5265-48A0-AC1F-03D0345E1B22}"/>
              </a:ext>
            </a:extLst>
          </p:cNvPr>
          <p:cNvGrpSpPr/>
          <p:nvPr/>
        </p:nvGrpSpPr>
        <p:grpSpPr>
          <a:xfrm>
            <a:off x="299089" y="2802452"/>
            <a:ext cx="5760000" cy="415378"/>
            <a:chOff x="536492" y="4408948"/>
            <a:chExt cx="5760000" cy="415378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41FF0CD-CB54-403B-BE82-E4F2A77935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717" y="4408948"/>
              <a:ext cx="2880000" cy="7257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B9EFE8D-9F6E-43D1-9E96-427A48919CD8}"/>
                </a:ext>
              </a:extLst>
            </p:cNvPr>
            <p:cNvSpPr txBox="1"/>
            <p:nvPr/>
          </p:nvSpPr>
          <p:spPr>
            <a:xfrm>
              <a:off x="536492" y="4464326"/>
              <a:ext cx="5760000" cy="36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arr[1] + arr[2] + arr[3] + arr[4]</a:t>
              </a:r>
              <a:endParaRPr lang="ko-KR" altLang="en-US" dirty="0"/>
            </a:p>
            <a:p>
              <a:endParaRPr lang="ko-KR" altLang="en-US" dirty="0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F0F31E0-3DA5-4C9F-AF42-38C01A33CFDF}"/>
              </a:ext>
            </a:extLst>
          </p:cNvPr>
          <p:cNvGrpSpPr/>
          <p:nvPr/>
        </p:nvGrpSpPr>
        <p:grpSpPr>
          <a:xfrm>
            <a:off x="355602" y="5941766"/>
            <a:ext cx="7227483" cy="452721"/>
            <a:chOff x="593005" y="5498150"/>
            <a:chExt cx="7227483" cy="452721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D85DD209-DF0D-4D57-B58D-79C7FDB7F7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005" y="5498150"/>
              <a:ext cx="7200000" cy="9309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5D55951-174C-46B7-B308-04FBD3A52FC1}"/>
                </a:ext>
              </a:extLst>
            </p:cNvPr>
            <p:cNvSpPr txBox="1"/>
            <p:nvPr/>
          </p:nvSpPr>
          <p:spPr>
            <a:xfrm>
              <a:off x="620488" y="5590871"/>
              <a:ext cx="7200000" cy="36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arr[1] + arr[2] + arr[3] + arr[4] + arr[5] + arr[6] + arr[7] + arr[8]</a:t>
              </a:r>
              <a:endParaRPr lang="ko-KR" altLang="en-US" dirty="0"/>
            </a:p>
            <a:p>
              <a:endParaRPr lang="ko-KR" altLang="en-US" dirty="0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456320CF-F114-4F28-A461-743B5B00FF26}"/>
              </a:ext>
            </a:extLst>
          </p:cNvPr>
          <p:cNvGrpSpPr/>
          <p:nvPr/>
        </p:nvGrpSpPr>
        <p:grpSpPr>
          <a:xfrm>
            <a:off x="3340407" y="3673870"/>
            <a:ext cx="776514" cy="467636"/>
            <a:chOff x="3893458" y="4408863"/>
            <a:chExt cx="776514" cy="467636"/>
          </a:xfrm>
        </p:grpSpPr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36160402-E0D0-41F3-A515-DD11D6809D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93458" y="4408863"/>
              <a:ext cx="720000" cy="7257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4DAD06E-7D9A-4831-991C-BAFB09AC6C18}"/>
                </a:ext>
              </a:extLst>
            </p:cNvPr>
            <p:cNvSpPr txBox="1"/>
            <p:nvPr/>
          </p:nvSpPr>
          <p:spPr>
            <a:xfrm>
              <a:off x="3893458" y="4507167"/>
              <a:ext cx="776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arr[5]</a:t>
              </a:r>
              <a:endParaRPr lang="ko-KR" altLang="en-US" dirty="0"/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DBB7DB43-6F24-4E71-AC0E-752A2C467CCE}"/>
              </a:ext>
            </a:extLst>
          </p:cNvPr>
          <p:cNvGrpSpPr/>
          <p:nvPr/>
        </p:nvGrpSpPr>
        <p:grpSpPr>
          <a:xfrm>
            <a:off x="3428767" y="4448948"/>
            <a:ext cx="1639578" cy="438966"/>
            <a:chOff x="3948426" y="4444278"/>
            <a:chExt cx="1639578" cy="438966"/>
          </a:xfrm>
        </p:grpSpPr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3EEF354D-D180-43C3-8137-63413F2C922C}"/>
                </a:ext>
              </a:extLst>
            </p:cNvPr>
            <p:cNvCxnSpPr>
              <a:cxnSpLocks/>
            </p:cNvCxnSpPr>
            <p:nvPr/>
          </p:nvCxnSpPr>
          <p:spPr>
            <a:xfrm>
              <a:off x="3948427" y="4444278"/>
              <a:ext cx="1639577" cy="1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EF01DE2-5758-4D2B-9696-7EDC1461D88A}"/>
                </a:ext>
              </a:extLst>
            </p:cNvPr>
            <p:cNvSpPr txBox="1"/>
            <p:nvPr/>
          </p:nvSpPr>
          <p:spPr>
            <a:xfrm>
              <a:off x="3948426" y="4513912"/>
              <a:ext cx="16395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arr[5]+ arr[6]</a:t>
              </a:r>
              <a:endParaRPr lang="ko-KR" altLang="en-US" dirty="0"/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A3339E4B-7C3A-4E2A-B67D-685E75860FEF}"/>
              </a:ext>
            </a:extLst>
          </p:cNvPr>
          <p:cNvGrpSpPr/>
          <p:nvPr/>
        </p:nvGrpSpPr>
        <p:grpSpPr>
          <a:xfrm>
            <a:off x="5096602" y="5185381"/>
            <a:ext cx="776514" cy="389722"/>
            <a:chOff x="5831266" y="4416120"/>
            <a:chExt cx="776514" cy="389722"/>
          </a:xfrm>
        </p:grpSpPr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5C752B28-4A1C-4E2F-966A-CB2AD6AA0ADB}"/>
                </a:ext>
              </a:extLst>
            </p:cNvPr>
            <p:cNvCxnSpPr>
              <a:cxnSpLocks/>
            </p:cNvCxnSpPr>
            <p:nvPr/>
          </p:nvCxnSpPr>
          <p:spPr>
            <a:xfrm>
              <a:off x="5859523" y="4416120"/>
              <a:ext cx="720000" cy="0"/>
            </a:xfrm>
            <a:prstGeom prst="line">
              <a:avLst/>
            </a:prstGeom>
            <a:ln w="603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85461FF-D5BC-4260-A967-F9FA46E41789}"/>
                </a:ext>
              </a:extLst>
            </p:cNvPr>
            <p:cNvSpPr txBox="1"/>
            <p:nvPr/>
          </p:nvSpPr>
          <p:spPr>
            <a:xfrm>
              <a:off x="5831266" y="4436510"/>
              <a:ext cx="776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arr[7]</a:t>
              </a:r>
              <a:endParaRPr lang="ko-KR" altLang="en-US" dirty="0"/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5CB08F26-F1E7-47CC-973D-52C6F4929028}"/>
              </a:ext>
            </a:extLst>
          </p:cNvPr>
          <p:cNvSpPr txBox="1"/>
          <p:nvPr/>
        </p:nvSpPr>
        <p:spPr>
          <a:xfrm>
            <a:off x="1103085" y="954085"/>
            <a:ext cx="1041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=tree[1]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26EEF3C-A03B-4165-A766-7EDCE56E7F2B}"/>
              </a:ext>
            </a:extLst>
          </p:cNvPr>
          <p:cNvSpPr txBox="1"/>
          <p:nvPr/>
        </p:nvSpPr>
        <p:spPr>
          <a:xfrm>
            <a:off x="1940441" y="1487901"/>
            <a:ext cx="1041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=tree[2]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531718F-A04B-444D-AE36-16B742FF0DCA}"/>
              </a:ext>
            </a:extLst>
          </p:cNvPr>
          <p:cNvSpPr txBox="1"/>
          <p:nvPr/>
        </p:nvSpPr>
        <p:spPr>
          <a:xfrm>
            <a:off x="2730901" y="2011424"/>
            <a:ext cx="1041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=tree[3]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CC7DFE2-E37E-41CB-9179-3F35E07A1210}"/>
              </a:ext>
            </a:extLst>
          </p:cNvPr>
          <p:cNvSpPr txBox="1"/>
          <p:nvPr/>
        </p:nvSpPr>
        <p:spPr>
          <a:xfrm>
            <a:off x="3539772" y="2873115"/>
            <a:ext cx="1041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=tree[4]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C0C7C9D-FFB4-4247-A37A-D72884F6760D}"/>
              </a:ext>
            </a:extLst>
          </p:cNvPr>
          <p:cNvSpPr txBox="1"/>
          <p:nvPr/>
        </p:nvSpPr>
        <p:spPr>
          <a:xfrm>
            <a:off x="3983085" y="3755207"/>
            <a:ext cx="1041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=tree[5]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C537A4A-EF9D-485F-A74F-699040122D8C}"/>
              </a:ext>
            </a:extLst>
          </p:cNvPr>
          <p:cNvSpPr txBox="1"/>
          <p:nvPr/>
        </p:nvSpPr>
        <p:spPr>
          <a:xfrm>
            <a:off x="4964224" y="4548162"/>
            <a:ext cx="1041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=tree[6]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97BA67A-911C-477F-9231-98D7FA0F38DF}"/>
              </a:ext>
            </a:extLst>
          </p:cNvPr>
          <p:cNvSpPr txBox="1"/>
          <p:nvPr/>
        </p:nvSpPr>
        <p:spPr>
          <a:xfrm>
            <a:off x="5873116" y="5205771"/>
            <a:ext cx="1041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=tree[7]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57DA59-BFD4-436D-B966-C19612F8267F}"/>
              </a:ext>
            </a:extLst>
          </p:cNvPr>
          <p:cNvSpPr txBox="1"/>
          <p:nvPr/>
        </p:nvSpPr>
        <p:spPr>
          <a:xfrm>
            <a:off x="7384603" y="6077523"/>
            <a:ext cx="1041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=tree[8]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713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631349-ADC8-4D6F-B1C3-2EEE4B172C6E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06A091-A10F-484D-9CAE-FB65D2FAB255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그림 37">
            <a:extLst>
              <a:ext uri="{FF2B5EF4-FFF2-40B4-BE49-F238E27FC236}">
                <a16:creationId xmlns:a16="http://schemas.microsoft.com/office/drawing/2014/main" id="{007F3178-FC5C-4D81-8124-F784FC1C9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210" y="285196"/>
            <a:ext cx="4607236" cy="2923672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C3C72CD5-3E7D-4C4E-9F02-3941F8345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210" y="3428999"/>
            <a:ext cx="4818387" cy="305647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00DD621-71C3-4825-9A1A-F5C465F9EC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01" y="1466737"/>
            <a:ext cx="5920731" cy="316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415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631349-ADC8-4D6F-B1C3-2EEE4B172C6E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06A091-A10F-484D-9CAE-FB65D2FAB255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921CC9E3-2BAA-4BBA-A879-F38049B6A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78" y="67733"/>
            <a:ext cx="5509081" cy="6858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363E238-9183-4795-8E81-575A1DEFE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210" y="285196"/>
            <a:ext cx="4607236" cy="292367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84AB757-94F4-42CA-BB3E-C3B3757A3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210" y="3428999"/>
            <a:ext cx="4818387" cy="305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06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631349-ADC8-4D6F-B1C3-2EEE4B172C6E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06A091-A10F-484D-9CAE-FB65D2FAB255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DCD86443-CCA5-4AD8-A190-52C6B0BF9F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" t="50988" r="3114"/>
          <a:stretch/>
        </p:blipFill>
        <p:spPr>
          <a:xfrm>
            <a:off x="6012962" y="635734"/>
            <a:ext cx="6012962" cy="58929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392FD3F-906D-4599-873B-CDD9BED57E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383"/>
          <a:stretch/>
        </p:blipFill>
        <p:spPr>
          <a:xfrm>
            <a:off x="0" y="176464"/>
            <a:ext cx="6012962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2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631349-ADC8-4D6F-B1C3-2EEE4B172C6E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06A091-A10F-484D-9CAE-FB65D2FAB255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C8F402D1-D855-4DBD-9473-09488D56D3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10"/>
          <a:stretch/>
        </p:blipFill>
        <p:spPr>
          <a:xfrm>
            <a:off x="440265" y="0"/>
            <a:ext cx="5493262" cy="642936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D3D6739-1BCB-4237-83A9-38E5872970B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90"/>
          <a:stretch/>
        </p:blipFill>
        <p:spPr>
          <a:xfrm>
            <a:off x="6258474" y="1011254"/>
            <a:ext cx="5429914" cy="483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556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4F02584-C41B-4E80-B72A-B574D927A46E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77EB2A-5756-4149-A5C8-CCCDE1B3BD49}"/>
              </a:ext>
            </a:extLst>
          </p:cNvPr>
          <p:cNvSpPr txBox="1"/>
          <p:nvPr/>
        </p:nvSpPr>
        <p:spPr>
          <a:xfrm>
            <a:off x="-9182" y="535961"/>
            <a:ext cx="6099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        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트리  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| 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최소 공통 조상 구하기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1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6748F15-105F-4322-8398-76935788D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60" y="1365993"/>
            <a:ext cx="9050013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2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4F02584-C41B-4E80-B72A-B574D927A46E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77EB2A-5756-4149-A5C8-CCCDE1B3BD49}"/>
              </a:ext>
            </a:extLst>
          </p:cNvPr>
          <p:cNvSpPr txBox="1"/>
          <p:nvPr/>
        </p:nvSpPr>
        <p:spPr>
          <a:xfrm>
            <a:off x="-9182" y="535961"/>
            <a:ext cx="6099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        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트리  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| 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최소 공통 조상 구하기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1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636F3AD-328A-4FC7-83D7-632F26BF1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28" y="1302726"/>
            <a:ext cx="6707925" cy="484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503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631349-ADC8-4D6F-B1C3-2EEE4B172C6E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06A091-A10F-484D-9CAE-FB65D2FAB255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4757973A-3E96-45DD-95CE-66026B27C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21" y="0"/>
            <a:ext cx="27128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60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4F02584-C41B-4E80-B72A-B574D927A46E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77EB2A-5756-4149-A5C8-CCCDE1B3BD49}"/>
              </a:ext>
            </a:extLst>
          </p:cNvPr>
          <p:cNvSpPr txBox="1"/>
          <p:nvPr/>
        </p:nvSpPr>
        <p:spPr>
          <a:xfrm>
            <a:off x="-9182" y="535961"/>
            <a:ext cx="6099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b="1" spc="-150" dirty="0">
                <a:solidFill>
                  <a:srgbClr val="224D60">
                    <a:lumMod val="5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트리  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| 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최소 공통 조상 구하기 </a:t>
            </a:r>
            <a:r>
              <a:rPr lang="en-US" altLang="ko-KR" b="1" dirty="0">
                <a:solidFill>
                  <a:srgbClr val="224D60">
                    <a:lumMod val="5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ADC6965-D7A8-48CE-BEBB-9D71A43F3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30" y="1282921"/>
            <a:ext cx="9059539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39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4F02584-C41B-4E80-B72A-B574D927A46E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77EB2A-5756-4149-A5C8-CCCDE1B3BD49}"/>
              </a:ext>
            </a:extLst>
          </p:cNvPr>
          <p:cNvSpPr txBox="1"/>
          <p:nvPr/>
        </p:nvSpPr>
        <p:spPr>
          <a:xfrm>
            <a:off x="-9182" y="535961"/>
            <a:ext cx="6099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b="1" spc="-150" dirty="0">
                <a:solidFill>
                  <a:srgbClr val="224D60">
                    <a:lumMod val="5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트리  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| 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최소 공통 조상 구하기 </a:t>
            </a:r>
            <a:r>
              <a:rPr lang="en-US" altLang="ko-KR" b="1" dirty="0">
                <a:solidFill>
                  <a:srgbClr val="224D60">
                    <a:lumMod val="5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0B5A0C-9C56-4FAB-9156-0CDA40559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00" y="1218891"/>
            <a:ext cx="10278909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65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631349-ADC8-4D6F-B1C3-2EEE4B172C6E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06A091-A10F-484D-9CAE-FB65D2FAB255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151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500</Words>
  <Application>Microsoft Office PowerPoint</Application>
  <PresentationFormat>와이드스크린</PresentationFormat>
  <Paragraphs>101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Noto Sans KR</vt:lpstr>
      <vt:lpstr>맑은 고딕</vt:lpstr>
      <vt:lpstr>Arial</vt:lpstr>
      <vt:lpstr>Office 테마</vt:lpstr>
      <vt:lpstr>백준 문제 리뷰 &amp; 언어별 구현 비교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백준 문제 리뷰 &amp; 언어별 구현 비교</dc:title>
  <dc:creator>Crane Code</dc:creator>
  <cp:lastModifiedBy>Crane Code</cp:lastModifiedBy>
  <cp:revision>29</cp:revision>
  <dcterms:created xsi:type="dcterms:W3CDTF">2025-11-21T16:26:14Z</dcterms:created>
  <dcterms:modified xsi:type="dcterms:W3CDTF">2025-11-21T21:16:16Z</dcterms:modified>
</cp:coreProperties>
</file>